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61" r:id="rId5"/>
    <p:sldId id="262" r:id="rId6"/>
    <p:sldId id="259" r:id="rId7"/>
    <p:sldId id="260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78" autoAdjust="0"/>
  </p:normalViewPr>
  <p:slideViewPr>
    <p:cSldViewPr>
      <p:cViewPr varScale="1">
        <p:scale>
          <a:sx n="114" d="100"/>
          <a:sy n="114" d="100"/>
        </p:scale>
        <p:origin x="152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87B0-BA66-42D6-A9B1-07D5B20C0C1F}" type="datetimeFigureOut">
              <a:rPr lang="ko-KR" altLang="en-US" smtClean="0"/>
              <a:t>2021-08-28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7534E-C251-4B35-9088-16A9094181F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2qa.com/android-get-application-context-from-anywhere-example/" TargetMode="External"/><Relationship Id="rId2" Type="http://schemas.openxmlformats.org/officeDocument/2006/relationships/hyperlink" Target="http://android-er.blogspot.com/2016/05/android-example-of-using-service-and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0D7C5-D04F-4B4F-8FDC-1B8882A35C61}"/>
              </a:ext>
            </a:extLst>
          </p:cNvPr>
          <p:cNvSpPr txBox="1"/>
          <p:nvPr/>
        </p:nvSpPr>
        <p:spPr>
          <a:xfrm>
            <a:off x="1115616" y="116632"/>
            <a:ext cx="741682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캐릭터와 대사 파일을 직접 만들고 올릴 수 있도록 하기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올릴 때</a:t>
            </a:r>
            <a:r>
              <a:rPr lang="en-US" altLang="ko-KR" dirty="0"/>
              <a:t>, Google </a:t>
            </a:r>
            <a:r>
              <a:rPr lang="ko-KR" altLang="en-US" dirty="0"/>
              <a:t>광고 </a:t>
            </a:r>
            <a:r>
              <a:rPr lang="en-US" altLang="ko-KR" dirty="0"/>
              <a:t>ID</a:t>
            </a:r>
            <a:r>
              <a:rPr lang="ko-KR" altLang="en-US" dirty="0"/>
              <a:t>가 있을 경우</a:t>
            </a:r>
            <a:r>
              <a:rPr lang="en-US" altLang="ko-KR" dirty="0"/>
              <a:t>, </a:t>
            </a:r>
            <a:r>
              <a:rPr lang="ko-KR" altLang="en-US" dirty="0"/>
              <a:t>적도록 하기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다운로드 및 적용 시 마다 광고를 시청하게 하기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(Google </a:t>
            </a:r>
            <a:r>
              <a:rPr lang="ko-KR" altLang="en-US" dirty="0"/>
              <a:t>광고 </a:t>
            </a:r>
            <a:r>
              <a:rPr lang="en-US" altLang="ko-KR" dirty="0"/>
              <a:t>ID</a:t>
            </a:r>
            <a:r>
              <a:rPr lang="ko-KR" altLang="en-US" dirty="0"/>
              <a:t>가 있다면 해당 </a:t>
            </a:r>
            <a:r>
              <a:rPr lang="en-US" altLang="ko-KR" dirty="0"/>
              <a:t>ID</a:t>
            </a:r>
            <a:r>
              <a:rPr lang="ko-KR" altLang="en-US" dirty="0"/>
              <a:t>로 광고를 시청하게 하기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없다면 내 </a:t>
            </a:r>
            <a:r>
              <a:rPr lang="en-US" altLang="ko-KR" dirty="0"/>
              <a:t>ID</a:t>
            </a:r>
            <a:r>
              <a:rPr lang="ko-KR" altLang="en-US" dirty="0"/>
              <a:t>로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올린 파일에 대한 업데이트가 가능하도록 버전 설정이 가능하게 하기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위와 같은 원리로 자신만의 생존 지식을 올릴 수 있도록 하되</a:t>
            </a:r>
            <a:r>
              <a:rPr lang="en-US" altLang="ko-KR" dirty="0"/>
              <a:t>, Google </a:t>
            </a:r>
            <a:r>
              <a:rPr lang="ko-KR" altLang="en-US" dirty="0"/>
              <a:t>광고 </a:t>
            </a:r>
            <a:r>
              <a:rPr lang="en-US" altLang="ko-KR" dirty="0"/>
              <a:t>ID</a:t>
            </a:r>
            <a:r>
              <a:rPr lang="ko-KR" altLang="en-US" dirty="0"/>
              <a:t>를 적는다면 해당 </a:t>
            </a:r>
            <a:r>
              <a:rPr lang="en-US" altLang="ko-KR" dirty="0"/>
              <a:t>ID</a:t>
            </a:r>
            <a:r>
              <a:rPr lang="ko-KR" altLang="en-US" dirty="0"/>
              <a:t>로 광고 방영하도록 하기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좋아요 표시는 개인 페이지에서도 할 수 있도록 하기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기본 제공 캐릭터</a:t>
            </a:r>
            <a:r>
              <a:rPr lang="en-US" altLang="ko-KR" dirty="0"/>
              <a:t>/</a:t>
            </a:r>
            <a:r>
              <a:rPr lang="ko-KR" altLang="en-US" dirty="0"/>
              <a:t>지식도 다운로드에서 다운로드 가능하게 하고</a:t>
            </a:r>
            <a:r>
              <a:rPr lang="en-US" altLang="ko-KR" dirty="0"/>
              <a:t>, </a:t>
            </a:r>
            <a:r>
              <a:rPr lang="ko-KR" altLang="en-US" dirty="0"/>
              <a:t>삭제도 가능하게 하기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개인이 다운로드 서버 열 수 있도록</a:t>
            </a:r>
            <a:r>
              <a:rPr lang="en-US" altLang="ko-KR" dirty="0"/>
              <a:t>, </a:t>
            </a:r>
            <a:r>
              <a:rPr lang="ko-KR" altLang="en-US" dirty="0"/>
              <a:t>다운로드 페이지에 </a:t>
            </a:r>
            <a:r>
              <a:rPr lang="en-US" altLang="ko-KR" dirty="0"/>
              <a:t>[</a:t>
            </a:r>
            <a:r>
              <a:rPr lang="ko-KR" altLang="en-US" dirty="0"/>
              <a:t>다운로드 서버 </a:t>
            </a:r>
            <a:r>
              <a:rPr lang="en-US" altLang="ko-KR" dirty="0"/>
              <a:t>IP</a:t>
            </a:r>
            <a:r>
              <a:rPr lang="ko-KR" altLang="en-US" dirty="0"/>
              <a:t>추가</a:t>
            </a:r>
            <a:r>
              <a:rPr lang="en-US" altLang="ko-KR" dirty="0"/>
              <a:t>] </a:t>
            </a:r>
            <a:r>
              <a:rPr lang="ko-KR" altLang="en-US" dirty="0"/>
              <a:t>버튼을 만들어 두고</a:t>
            </a:r>
            <a:r>
              <a:rPr lang="en-US" altLang="ko-KR" dirty="0"/>
              <a:t>, </a:t>
            </a:r>
            <a:r>
              <a:rPr lang="ko-KR" altLang="en-US" dirty="0"/>
              <a:t>쿼리 시 등록된 다운로드 서버와 기본 서버로 부터 모두 지식 파일 가져오기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다운로드 서버 개인 운영 가능하게 서버 </a:t>
            </a:r>
            <a:r>
              <a:rPr lang="ko-KR" altLang="en-US" dirty="0" err="1"/>
              <a:t>킷</a:t>
            </a:r>
            <a:r>
              <a:rPr lang="ko-KR" altLang="en-US" dirty="0"/>
              <a:t> 공유하기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국내의 경우</a:t>
            </a:r>
            <a:r>
              <a:rPr lang="en-US" altLang="ko-KR" dirty="0"/>
              <a:t>, </a:t>
            </a:r>
            <a:r>
              <a:rPr lang="ko-KR" altLang="en-US" dirty="0"/>
              <a:t>총포 제작</a:t>
            </a:r>
            <a:r>
              <a:rPr lang="en-US" altLang="ko-KR" dirty="0"/>
              <a:t>, </a:t>
            </a:r>
            <a:r>
              <a:rPr lang="ko-KR" altLang="en-US" dirty="0"/>
              <a:t>화약 제조</a:t>
            </a:r>
            <a:r>
              <a:rPr lang="en-US" altLang="ko-KR" dirty="0"/>
              <a:t>, </a:t>
            </a:r>
            <a:r>
              <a:rPr lang="ko-KR" altLang="en-US" dirty="0"/>
              <a:t>마약 제조 등의 지식 다운로드의 모든 책임은 본인에게 있음을 고지하기</a:t>
            </a:r>
            <a:r>
              <a:rPr lang="en-US" altLang="ko-KR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624" y="620688"/>
            <a:ext cx="8707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메인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16632"/>
            <a:ext cx="998991" cy="246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스타팅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7624" y="116632"/>
            <a:ext cx="1287532" cy="2462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GBD </a:t>
            </a:r>
            <a:r>
              <a:rPr lang="ko-KR" altLang="en-US" sz="1000" dirty="0"/>
              <a:t>마크 </a:t>
            </a:r>
            <a:r>
              <a:rPr lang="en-US" altLang="ko-KR" sz="1000" dirty="0"/>
              <a:t>2</a:t>
            </a:r>
            <a:r>
              <a:rPr lang="ko-KR" altLang="en-US" sz="1000" dirty="0"/>
              <a:t>초간 </a:t>
            </a:r>
            <a:r>
              <a:rPr lang="ko-KR" altLang="en-US" sz="1000" dirty="0" err="1"/>
              <a:t>뷰</a:t>
            </a:r>
            <a:endParaRPr lang="ko-KR" altLang="en-US" sz="1000" dirty="0"/>
          </a:p>
        </p:txBody>
      </p:sp>
      <p:cxnSp>
        <p:nvCxnSpPr>
          <p:cNvPr id="8" name="직선 화살표 연결선 7"/>
          <p:cNvCxnSpPr>
            <a:stCxn id="5" idx="2"/>
            <a:endCxn id="4" idx="0"/>
          </p:cNvCxnSpPr>
          <p:nvPr/>
        </p:nvCxnSpPr>
        <p:spPr>
          <a:xfrm>
            <a:off x="607000" y="362853"/>
            <a:ext cx="0" cy="25783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187624" y="620688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생존대비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7624" y="908720"/>
            <a:ext cx="117211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상황별</a:t>
            </a:r>
            <a:r>
              <a:rPr lang="ko-KR" altLang="en-US" sz="1000" dirty="0"/>
              <a:t> 행동 요령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78601" y="1196752"/>
            <a:ext cx="105670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  <a:r>
              <a:rPr lang="en-US" altLang="ko-KR" sz="1000" dirty="0"/>
              <a:t>/</a:t>
            </a:r>
            <a:r>
              <a:rPr lang="ko-KR" altLang="en-US" sz="1000" dirty="0"/>
              <a:t>공유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79712" y="620688"/>
            <a:ext cx="8707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물품 </a:t>
            </a:r>
            <a:r>
              <a:rPr lang="ko-KR" altLang="en-US" sz="1000" dirty="0" err="1"/>
              <a:t>비축법</a:t>
            </a:r>
            <a:endParaRPr lang="ko-KR" alt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2915816" y="620688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필수요소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99635" y="4223410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즐겨찾기</a:t>
            </a:r>
            <a:endParaRPr lang="ko-KR" alt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1199635" y="4511442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옵션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91723" y="4223410"/>
            <a:ext cx="16017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즐겨찾기</a:t>
            </a:r>
            <a:r>
              <a:rPr lang="ko-KR" altLang="en-US" sz="1000" dirty="0"/>
              <a:t> 한 페이지 등록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03691" y="4511442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언어 선택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95779" y="4511442"/>
            <a:ext cx="73770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E/K/J/C/R</a:t>
            </a:r>
            <a:endParaRPr lang="ko-KR" alt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1703691" y="4799474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버전 정보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03691" y="5087506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개발자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03691" y="5375538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소리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03691" y="5663570"/>
            <a:ext cx="8707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배터리 절약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39795" y="5663570"/>
            <a:ext cx="16017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화면에 반투명 회색 처리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07747" y="5375538"/>
            <a:ext cx="66075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ON/OFF</a:t>
            </a:r>
            <a:endParaRPr lang="ko-KR" alt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03691" y="5951602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잠금 설정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95779" y="5951602"/>
            <a:ext cx="130035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가짜 비밀번호 설정</a:t>
            </a:r>
            <a:endParaRPr lang="ko-KR" alt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863931" y="5951602"/>
            <a:ext cx="3906839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 비밀번호 </a:t>
            </a:r>
            <a:r>
              <a:rPr lang="ko-KR" altLang="en-US" sz="1000" dirty="0" err="1"/>
              <a:t>입력시</a:t>
            </a:r>
            <a:r>
              <a:rPr lang="ko-KR" altLang="en-US" sz="1000" dirty="0"/>
              <a:t> 자신을 제외한 모든 조직원 정보가 사라지며</a:t>
            </a:r>
            <a:r>
              <a:rPr lang="en-US" altLang="ko-KR" sz="1000" dirty="0"/>
              <a:t>,</a:t>
            </a:r>
          </a:p>
          <a:p>
            <a:r>
              <a:rPr lang="ko-KR" altLang="en-US" sz="1000" dirty="0"/>
              <a:t>연락망</a:t>
            </a:r>
            <a:r>
              <a:rPr lang="en-US" altLang="ko-KR" sz="1000" dirty="0"/>
              <a:t>, </a:t>
            </a:r>
            <a:r>
              <a:rPr lang="ko-KR" altLang="en-US" sz="1000" dirty="0"/>
              <a:t>상봉장소 또한 사라집니다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일기 내용도 모두 사라집니다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/>
              <a:t>유사시 포로가 되었거나 협박당할 때</a:t>
            </a:r>
            <a:r>
              <a:rPr lang="en-US" altLang="ko-KR" sz="1000" dirty="0"/>
              <a:t>, </a:t>
            </a:r>
            <a:r>
              <a:rPr lang="ko-KR" altLang="en-US" sz="1000" dirty="0"/>
              <a:t>이 비밀번호를 입력하세요</a:t>
            </a:r>
            <a:r>
              <a:rPr lang="en-US" altLang="ko-KR" sz="1000" dirty="0"/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92583" y="1512168"/>
            <a:ext cx="253466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자신의 지식을 서버에 업로드 할 수 있음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2792583" y="1800200"/>
            <a:ext cx="250581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★ 추천 버튼을 만들어 랭킹 시스템 설정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92583" y="2102659"/>
            <a:ext cx="324800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분야별 랭킹을 통해 세분화 시키기 </a:t>
            </a:r>
            <a:r>
              <a:rPr lang="en-US" altLang="ko-KR" sz="1000" dirty="0"/>
              <a:t>(</a:t>
            </a:r>
            <a:r>
              <a:rPr lang="ko-KR" altLang="en-US" sz="1000" dirty="0"/>
              <a:t>무기</a:t>
            </a:r>
            <a:r>
              <a:rPr lang="en-US" altLang="ko-KR" sz="1000" dirty="0"/>
              <a:t>/TIP/</a:t>
            </a:r>
            <a:r>
              <a:rPr lang="ko-KR" altLang="en-US" sz="1000" dirty="0"/>
              <a:t>의학 등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1187624" y="1196752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2583" y="1210536"/>
            <a:ext cx="2060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자신만의 지식을 추가할 수 있음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792583" y="2420888"/>
            <a:ext cx="291938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타인의 </a:t>
            </a:r>
            <a:r>
              <a:rPr lang="ko-KR" altLang="en-US" sz="1000" dirty="0" err="1"/>
              <a:t>서바이벌</a:t>
            </a:r>
            <a:r>
              <a:rPr lang="ko-KR" altLang="en-US" sz="1000" dirty="0"/>
              <a:t> 상식을 기기에 저장할 수 있음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1506" y="2704491"/>
            <a:ext cx="502252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제작법 열람 시 </a:t>
            </a:r>
            <a:r>
              <a:rPr lang="ko-KR" altLang="en-US" sz="1000" dirty="0" err="1"/>
              <a:t>그룹원이</a:t>
            </a:r>
            <a:r>
              <a:rPr lang="ko-KR" altLang="en-US" sz="1000" dirty="0"/>
              <a:t> 가진 물품 중</a:t>
            </a:r>
            <a:r>
              <a:rPr lang="en-US" altLang="ko-KR" sz="1000" dirty="0"/>
              <a:t>, </a:t>
            </a:r>
            <a:r>
              <a:rPr lang="ko-KR" altLang="en-US" sz="1000" dirty="0"/>
              <a:t>해당 재료가 있을 경우 </a:t>
            </a:r>
            <a:r>
              <a:rPr lang="en-US" altLang="ko-KR" sz="1000" dirty="0"/>
              <a:t>[</a:t>
            </a:r>
            <a:r>
              <a:rPr lang="ko-KR" altLang="en-US" sz="1000" dirty="0"/>
              <a:t>소지 중인 재료</a:t>
            </a:r>
            <a:r>
              <a:rPr lang="en-US" altLang="ko-KR" sz="1000" dirty="0"/>
              <a:t>]</a:t>
            </a:r>
            <a:r>
              <a:rPr lang="ko-KR" altLang="en-US" sz="1000" dirty="0"/>
              <a:t> 표기</a:t>
            </a:r>
            <a:endParaRPr lang="en-US" altLang="ko-KR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2801506" y="2992523"/>
            <a:ext cx="554461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제작법 열람 시 </a:t>
            </a:r>
            <a:r>
              <a:rPr lang="ko-KR" altLang="en-US" sz="1000" dirty="0" err="1"/>
              <a:t>그룹원이</a:t>
            </a:r>
            <a:r>
              <a:rPr lang="ko-KR" altLang="en-US" sz="1000" dirty="0"/>
              <a:t> 가진 지식 중</a:t>
            </a:r>
            <a:r>
              <a:rPr lang="en-US" altLang="ko-KR" sz="1000" dirty="0"/>
              <a:t>, </a:t>
            </a:r>
            <a:r>
              <a:rPr lang="ko-KR" altLang="en-US" sz="1000" dirty="0"/>
              <a:t>해당 지식이 있을 경우 </a:t>
            </a:r>
            <a:r>
              <a:rPr lang="en-US" altLang="ko-KR" sz="1000" dirty="0"/>
              <a:t>[</a:t>
            </a:r>
            <a:r>
              <a:rPr lang="ko-KR" altLang="en-US" sz="1000" dirty="0"/>
              <a:t>적합한 </a:t>
            </a:r>
            <a:r>
              <a:rPr lang="ko-KR" altLang="en-US" sz="1000" dirty="0" err="1"/>
              <a:t>그룹원</a:t>
            </a:r>
            <a:r>
              <a:rPr lang="en-US" altLang="ko-KR" sz="1000" dirty="0"/>
              <a:t>]</a:t>
            </a:r>
            <a:r>
              <a:rPr lang="ko-KR" altLang="en-US" sz="1000" dirty="0"/>
              <a:t> 표기</a:t>
            </a:r>
            <a:endParaRPr lang="en-US" altLang="ko-KR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2801506" y="3284984"/>
            <a:ext cx="444224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불</a:t>
            </a:r>
            <a:r>
              <a:rPr lang="en-US" altLang="ko-KR" sz="1000" dirty="0"/>
              <a:t>/</a:t>
            </a:r>
            <a:r>
              <a:rPr lang="ko-KR" altLang="en-US" sz="1000" dirty="0"/>
              <a:t>물</a:t>
            </a:r>
            <a:r>
              <a:rPr lang="en-US" altLang="ko-KR" sz="1000" dirty="0"/>
              <a:t>/</a:t>
            </a:r>
            <a:r>
              <a:rPr lang="ko-KR" altLang="en-US" sz="1000" dirty="0"/>
              <a:t>매듭</a:t>
            </a:r>
            <a:r>
              <a:rPr lang="en-US" altLang="ko-KR" sz="1000" dirty="0"/>
              <a:t>/</a:t>
            </a:r>
            <a:r>
              <a:rPr lang="ko-KR" altLang="en-US" sz="1000" dirty="0"/>
              <a:t>음식</a:t>
            </a:r>
            <a:r>
              <a:rPr lang="en-US" altLang="ko-KR" sz="1000" dirty="0"/>
              <a:t>/</a:t>
            </a:r>
            <a:r>
              <a:rPr lang="ko-KR" altLang="en-US" sz="1000" dirty="0"/>
              <a:t>도구</a:t>
            </a:r>
            <a:r>
              <a:rPr lang="en-US" altLang="ko-KR" sz="1000" dirty="0"/>
              <a:t>/</a:t>
            </a:r>
            <a:r>
              <a:rPr lang="ko-KR" altLang="en-US" sz="1000" dirty="0"/>
              <a:t>전자</a:t>
            </a:r>
            <a:r>
              <a:rPr lang="en-US" altLang="ko-KR" sz="1000" dirty="0"/>
              <a:t>/</a:t>
            </a:r>
            <a:r>
              <a:rPr lang="ko-KR" altLang="en-US" sz="1000" dirty="0"/>
              <a:t>함정</a:t>
            </a:r>
            <a:r>
              <a:rPr lang="en-US" altLang="ko-KR" sz="1000" dirty="0"/>
              <a:t>/</a:t>
            </a:r>
            <a:r>
              <a:rPr lang="ko-KR" altLang="en-US" sz="1000" dirty="0"/>
              <a:t>농경</a:t>
            </a:r>
            <a:r>
              <a:rPr lang="en-US" altLang="ko-KR" sz="1000" dirty="0"/>
              <a:t>/</a:t>
            </a:r>
            <a:r>
              <a:rPr lang="ko-KR" altLang="en-US" sz="1000" dirty="0"/>
              <a:t>건설</a:t>
            </a:r>
            <a:r>
              <a:rPr lang="en-US" altLang="ko-KR" sz="1000" dirty="0"/>
              <a:t>(</a:t>
            </a:r>
            <a:r>
              <a:rPr lang="ko-KR" altLang="en-US" sz="1000" dirty="0" err="1"/>
              <a:t>바리게이트</a:t>
            </a:r>
            <a:r>
              <a:rPr lang="en-US" altLang="ko-KR" sz="1000" dirty="0"/>
              <a:t>)/</a:t>
            </a:r>
            <a:r>
              <a:rPr lang="ko-KR" altLang="en-US" sz="1000" dirty="0"/>
              <a:t>장비</a:t>
            </a:r>
            <a:r>
              <a:rPr lang="en-US" altLang="ko-KR" sz="1000" dirty="0"/>
              <a:t>(</a:t>
            </a:r>
            <a:r>
              <a:rPr lang="ko-KR" altLang="en-US" sz="1000" dirty="0"/>
              <a:t>무기</a:t>
            </a:r>
            <a:r>
              <a:rPr lang="en-US" altLang="ko-KR" sz="1000" dirty="0"/>
              <a:t>/</a:t>
            </a:r>
            <a:r>
              <a:rPr lang="ko-KR" altLang="en-US" sz="1000" dirty="0"/>
              <a:t>보호구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1703691" y="6259378"/>
            <a:ext cx="250260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현재 상황 </a:t>
            </a:r>
            <a:r>
              <a:rPr lang="en-US" altLang="ko-KR" sz="1000" dirty="0"/>
              <a:t>: </a:t>
            </a:r>
            <a:r>
              <a:rPr lang="ko-KR" altLang="en-US" sz="1000" dirty="0"/>
              <a:t>평상시</a:t>
            </a:r>
            <a:r>
              <a:rPr lang="en-US" altLang="ko-KR" sz="1000" dirty="0"/>
              <a:t>/</a:t>
            </a:r>
            <a:r>
              <a:rPr lang="ko-KR" altLang="en-US" sz="1000" dirty="0"/>
              <a:t>사태초기</a:t>
            </a:r>
            <a:r>
              <a:rPr lang="en-US" altLang="ko-KR" sz="1000" dirty="0"/>
              <a:t>/</a:t>
            </a:r>
            <a:r>
              <a:rPr lang="ko-KR" altLang="en-US" sz="1000" dirty="0"/>
              <a:t>무정부상태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500336"/>
            <a:ext cx="16177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Google Play </a:t>
            </a:r>
            <a:r>
              <a:rPr lang="ko-KR" altLang="en-US" sz="1000" dirty="0"/>
              <a:t>로그인 필요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6791B4-0F9E-48DB-8020-988607C28C61}"/>
              </a:ext>
            </a:extLst>
          </p:cNvPr>
          <p:cNvSpPr txBox="1"/>
          <p:nvPr/>
        </p:nvSpPr>
        <p:spPr>
          <a:xfrm>
            <a:off x="1187624" y="3626802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캐릭터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BC4496-AD38-4D5A-8E6C-9F4DC0232BDD}"/>
              </a:ext>
            </a:extLst>
          </p:cNvPr>
          <p:cNvSpPr txBox="1"/>
          <p:nvPr/>
        </p:nvSpPr>
        <p:spPr>
          <a:xfrm>
            <a:off x="1854759" y="3626802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종교 선택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AAC4BB-3D3A-4170-A66A-E1E84198F84D}"/>
              </a:ext>
            </a:extLst>
          </p:cNvPr>
          <p:cNvSpPr txBox="1"/>
          <p:nvPr/>
        </p:nvSpPr>
        <p:spPr>
          <a:xfrm>
            <a:off x="1854759" y="3935739"/>
            <a:ext cx="87075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캐릭터 선택</a:t>
            </a:r>
            <a:endParaRPr lang="ko-KR" alt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9AB9A2-85C7-404E-B0E2-D2DAAC15D119}"/>
              </a:ext>
            </a:extLst>
          </p:cNvPr>
          <p:cNvSpPr txBox="1"/>
          <p:nvPr/>
        </p:nvSpPr>
        <p:spPr>
          <a:xfrm>
            <a:off x="2682984" y="3626802"/>
            <a:ext cx="330090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무교</a:t>
            </a:r>
            <a:r>
              <a:rPr lang="en-US" altLang="ko-KR" sz="1000"/>
              <a:t>, </a:t>
            </a:r>
            <a:r>
              <a:rPr lang="ko-KR" altLang="en-US" sz="1000"/>
              <a:t>불교</a:t>
            </a:r>
            <a:r>
              <a:rPr lang="en-US" altLang="ko-KR" sz="1000"/>
              <a:t>, </a:t>
            </a:r>
            <a:r>
              <a:rPr lang="ko-KR" altLang="en-US" sz="1000"/>
              <a:t>기독교</a:t>
            </a:r>
            <a:r>
              <a:rPr lang="en-US" altLang="ko-KR" sz="1000"/>
              <a:t>, </a:t>
            </a:r>
            <a:r>
              <a:rPr lang="ko-KR" altLang="en-US" sz="1000"/>
              <a:t>오컬트</a:t>
            </a:r>
            <a:r>
              <a:rPr lang="en-US" altLang="ko-KR" sz="1000"/>
              <a:t>, </a:t>
            </a:r>
            <a:r>
              <a:rPr lang="ko-KR" altLang="en-US" sz="1000"/>
              <a:t>날아다니는미트볼스파게티</a:t>
            </a:r>
            <a:endParaRPr lang="ko-KR" alt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983D6-3247-4DB6-B11F-58706BFD5F2E}"/>
              </a:ext>
            </a:extLst>
          </p:cNvPr>
          <p:cNvSpPr txBox="1"/>
          <p:nvPr/>
        </p:nvSpPr>
        <p:spPr>
          <a:xfrm>
            <a:off x="2801506" y="3935739"/>
            <a:ext cx="192392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/>
              <a:t>GoldBigDragon, WhiteBunny, </a:t>
            </a:r>
            <a:endParaRPr lang="ko-KR" alt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33E2DD-9DCE-4652-97A4-5070B5F975E1}"/>
              </a:ext>
            </a:extLst>
          </p:cNvPr>
          <p:cNvSpPr txBox="1"/>
          <p:nvPr/>
        </p:nvSpPr>
        <p:spPr>
          <a:xfrm>
            <a:off x="4800607" y="3935739"/>
            <a:ext cx="318869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각종 스크립트 </a:t>
            </a:r>
            <a:r>
              <a:rPr lang="en-US" altLang="ko-KR" sz="1000"/>
              <a:t>[</a:t>
            </a:r>
            <a:r>
              <a:rPr lang="ko-KR" altLang="en-US" sz="1000"/>
              <a:t>인사말</a:t>
            </a:r>
            <a:r>
              <a:rPr lang="en-US" altLang="ko-KR" sz="1000"/>
              <a:t>, </a:t>
            </a:r>
            <a:r>
              <a:rPr lang="ko-KR" altLang="en-US" sz="1000"/>
              <a:t>터치시</a:t>
            </a:r>
            <a:r>
              <a:rPr lang="en-US" altLang="ko-KR" sz="1000"/>
              <a:t>, </a:t>
            </a:r>
            <a:r>
              <a:rPr lang="ko-KR" altLang="en-US" sz="1000"/>
              <a:t>정시 알림</a:t>
            </a:r>
            <a:r>
              <a:rPr lang="en-US" altLang="ko-KR" sz="1000"/>
              <a:t>, </a:t>
            </a:r>
            <a:r>
              <a:rPr lang="ko-KR" altLang="en-US" sz="1000"/>
              <a:t>알람 등등</a:t>
            </a:r>
            <a:endParaRPr lang="ko-KR" alt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820736-0383-4025-B08A-480B0AF915A7}"/>
              </a:ext>
            </a:extLst>
          </p:cNvPr>
          <p:cNvSpPr txBox="1"/>
          <p:nvPr/>
        </p:nvSpPr>
        <p:spPr>
          <a:xfrm>
            <a:off x="4800607" y="4239324"/>
            <a:ext cx="237757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특성 </a:t>
            </a:r>
            <a:r>
              <a:rPr lang="en-US" altLang="ko-KR" sz="1000"/>
              <a:t>: </a:t>
            </a:r>
            <a:r>
              <a:rPr lang="ko-KR" altLang="en-US" sz="1000"/>
              <a:t>일반</a:t>
            </a:r>
            <a:r>
              <a:rPr lang="en-US" altLang="ko-KR" sz="1000"/>
              <a:t>, </a:t>
            </a:r>
            <a:r>
              <a:rPr lang="ko-KR" altLang="en-US" sz="1000"/>
              <a:t>낙관주의</a:t>
            </a:r>
            <a:r>
              <a:rPr lang="en-US" altLang="ko-KR" sz="1000"/>
              <a:t>, </a:t>
            </a:r>
            <a:r>
              <a:rPr lang="ko-KR" altLang="en-US" sz="1000"/>
              <a:t>비관주의 등등</a:t>
            </a:r>
            <a:r>
              <a:rPr lang="en-US" altLang="ko-KR" sz="1000"/>
              <a:t>…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7426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1187624" y="86435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조직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5696" y="86435"/>
            <a:ext cx="105670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  <a:r>
              <a:rPr lang="en-US" altLang="ko-KR" sz="1000" dirty="0"/>
              <a:t>/</a:t>
            </a:r>
            <a:r>
              <a:rPr lang="ko-KR" altLang="en-US" sz="1000" dirty="0"/>
              <a:t>공유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35696" y="3080574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배낭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9752" y="3080574"/>
            <a:ext cx="135165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배낭 물품 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8104" y="3080574"/>
            <a:ext cx="3493264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무게 미 입력 시 </a:t>
            </a:r>
            <a:r>
              <a:rPr lang="en-US" altLang="ko-KR" sz="1000" dirty="0"/>
              <a:t>100g </a:t>
            </a:r>
            <a:r>
              <a:rPr lang="ko-KR" altLang="en-US" sz="1000" dirty="0"/>
              <a:t>고정</a:t>
            </a:r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음식</a:t>
            </a:r>
            <a:r>
              <a:rPr lang="en-US" altLang="ko-KR" sz="1000" dirty="0"/>
              <a:t>]</a:t>
            </a:r>
          </a:p>
          <a:p>
            <a:r>
              <a:rPr lang="ko-KR" altLang="en-US" sz="1000" dirty="0"/>
              <a:t>수량</a:t>
            </a:r>
            <a:r>
              <a:rPr lang="en-US" altLang="ko-KR" sz="1000" dirty="0"/>
              <a:t>/</a:t>
            </a:r>
            <a:r>
              <a:rPr lang="ko-KR" altLang="en-US" sz="1000" dirty="0"/>
              <a:t>유통기한</a:t>
            </a:r>
            <a:r>
              <a:rPr lang="en-US" altLang="ko-KR" sz="1000" dirty="0"/>
              <a:t>/</a:t>
            </a:r>
            <a:r>
              <a:rPr lang="ko-KR" altLang="en-US" sz="1000" dirty="0"/>
              <a:t>이름</a:t>
            </a:r>
            <a:r>
              <a:rPr lang="en-US" altLang="ko-KR" sz="1000" dirty="0"/>
              <a:t>/</a:t>
            </a:r>
            <a:r>
              <a:rPr lang="ko-KR" altLang="en-US" sz="1000" dirty="0"/>
              <a:t>무게</a:t>
            </a:r>
            <a:r>
              <a:rPr lang="en-US" altLang="ko-KR" sz="1000" dirty="0"/>
              <a:t>/</a:t>
            </a:r>
            <a:r>
              <a:rPr lang="ko-KR" altLang="en-US" sz="1000" dirty="0"/>
              <a:t>열량</a:t>
            </a:r>
            <a:r>
              <a:rPr lang="en-US" altLang="ko-KR" sz="1000" dirty="0"/>
              <a:t>/</a:t>
            </a:r>
            <a:r>
              <a:rPr lang="ko-KR" altLang="en-US" sz="1000" dirty="0" err="1"/>
              <a:t>탄단지</a:t>
            </a:r>
            <a:r>
              <a:rPr lang="en-US" altLang="ko-KR" sz="1000" dirty="0"/>
              <a:t>/</a:t>
            </a:r>
            <a:r>
              <a:rPr lang="ko-KR" altLang="en-US" sz="1000" dirty="0"/>
              <a:t>용기</a:t>
            </a:r>
            <a:r>
              <a:rPr lang="en-US" altLang="ko-KR" sz="1000" dirty="0"/>
              <a:t>(</a:t>
            </a:r>
            <a:r>
              <a:rPr lang="ko-KR" altLang="en-US" sz="1000" dirty="0"/>
              <a:t>비닐</a:t>
            </a:r>
            <a:r>
              <a:rPr lang="en-US" altLang="ko-KR" sz="1000" dirty="0"/>
              <a:t>, </a:t>
            </a:r>
            <a:r>
              <a:rPr lang="ko-KR" altLang="en-US" sz="1000" dirty="0"/>
              <a:t>캔</a:t>
            </a:r>
            <a:r>
              <a:rPr lang="en-US" altLang="ko-KR" sz="1000" dirty="0"/>
              <a:t>,</a:t>
            </a:r>
            <a:r>
              <a:rPr lang="ko-KR" altLang="en-US" sz="1000" dirty="0"/>
              <a:t>종이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도구</a:t>
            </a:r>
            <a:r>
              <a:rPr lang="en-US" altLang="ko-KR" sz="1000" dirty="0"/>
              <a:t>]</a:t>
            </a:r>
          </a:p>
          <a:p>
            <a:r>
              <a:rPr lang="ko-KR" altLang="en-US" sz="1000" dirty="0"/>
              <a:t>수량</a:t>
            </a:r>
            <a:r>
              <a:rPr lang="en-US" altLang="ko-KR" sz="1000" dirty="0"/>
              <a:t>/</a:t>
            </a:r>
            <a:r>
              <a:rPr lang="ko-KR" altLang="en-US" sz="1000" dirty="0"/>
              <a:t>이름</a:t>
            </a:r>
            <a:r>
              <a:rPr lang="en-US" altLang="ko-KR" sz="1000" dirty="0"/>
              <a:t>/</a:t>
            </a:r>
            <a:r>
              <a:rPr lang="ko-KR" altLang="en-US" sz="1000" dirty="0"/>
              <a:t>무게</a:t>
            </a:r>
            <a:r>
              <a:rPr lang="en-US" altLang="ko-KR" sz="1000" dirty="0"/>
              <a:t>/</a:t>
            </a:r>
            <a:r>
              <a:rPr lang="ko-KR" altLang="en-US" sz="1000" dirty="0"/>
              <a:t>재질</a:t>
            </a:r>
            <a:r>
              <a:rPr lang="en-US" altLang="ko-KR" sz="1000" dirty="0"/>
              <a:t>/</a:t>
            </a:r>
            <a:r>
              <a:rPr lang="ko-KR" altLang="en-US" sz="1000" dirty="0"/>
              <a:t>용도</a:t>
            </a:r>
            <a:r>
              <a:rPr lang="en-US" altLang="ko-KR" sz="1000" dirty="0"/>
              <a:t>(</a:t>
            </a:r>
            <a:r>
              <a:rPr lang="ko-KR" altLang="en-US" sz="1000" dirty="0"/>
              <a:t>절단</a:t>
            </a:r>
            <a:r>
              <a:rPr lang="en-US" altLang="ko-KR" sz="1000" dirty="0"/>
              <a:t>/</a:t>
            </a:r>
            <a:r>
              <a:rPr lang="ko-KR" altLang="en-US" sz="1000" dirty="0"/>
              <a:t>접착</a:t>
            </a:r>
            <a:r>
              <a:rPr lang="en-US" altLang="ko-KR" sz="1000" dirty="0"/>
              <a:t>/</a:t>
            </a:r>
            <a:r>
              <a:rPr lang="ko-KR" altLang="en-US" sz="1000" dirty="0"/>
              <a:t>날붙이</a:t>
            </a:r>
            <a:r>
              <a:rPr lang="en-US" altLang="ko-KR" sz="1000" dirty="0"/>
              <a:t>/</a:t>
            </a:r>
            <a:r>
              <a:rPr lang="ko-KR" altLang="en-US" sz="1000" dirty="0"/>
              <a:t>천공</a:t>
            </a:r>
            <a:r>
              <a:rPr lang="en-US" altLang="ko-KR" sz="1000" dirty="0"/>
              <a:t>/</a:t>
            </a:r>
            <a:r>
              <a:rPr lang="ko-KR" altLang="en-US" sz="1000" dirty="0"/>
              <a:t>길잡이</a:t>
            </a:r>
            <a:r>
              <a:rPr lang="en-US" altLang="ko-KR" sz="1000" dirty="0"/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9752" y="3368606"/>
            <a:ext cx="139012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배낭 필수 항목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79912" y="3368606"/>
            <a:ext cx="14285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없는 항목 하이라이트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9752" y="3656638"/>
            <a:ext cx="281359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그룹원</a:t>
            </a:r>
            <a:r>
              <a:rPr lang="ko-KR" altLang="en-US" sz="1000" dirty="0"/>
              <a:t> 나이</a:t>
            </a:r>
            <a:r>
              <a:rPr lang="en-US" altLang="ko-KR" sz="1000" dirty="0"/>
              <a:t>/</a:t>
            </a:r>
            <a:r>
              <a:rPr lang="ko-KR" altLang="en-US" sz="1000" dirty="0"/>
              <a:t>성별에 따른 배낭 무게 역량 확인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35696" y="3944670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역할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9752" y="3944670"/>
            <a:ext cx="105028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역할 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39752" y="4232702"/>
            <a:ext cx="35509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나이에 맞는</a:t>
            </a:r>
            <a:r>
              <a:rPr lang="en-US" altLang="ko-KR" sz="1000" dirty="0"/>
              <a:t>, </a:t>
            </a:r>
            <a:r>
              <a:rPr lang="ko-KR" altLang="en-US" sz="1000" dirty="0"/>
              <a:t>직업에 맞는</a:t>
            </a:r>
            <a:r>
              <a:rPr lang="en-US" altLang="ko-KR" sz="1000" dirty="0"/>
              <a:t>, </a:t>
            </a:r>
            <a:r>
              <a:rPr lang="ko-KR" altLang="en-US" sz="1000" dirty="0"/>
              <a:t>질병에 해당되지 않는 직업 추천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35696" y="374467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개인정보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27784" y="37446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27784" y="950531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성별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7784" y="1238563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직업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27784" y="662499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나이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27784" y="1526595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질병</a:t>
            </a:r>
            <a:endParaRPr lang="ko-KR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3131840" y="1526595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환부 선택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23927" y="1526595"/>
            <a:ext cx="405375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뇌</a:t>
            </a:r>
            <a:r>
              <a:rPr lang="en-US" altLang="ko-KR" sz="1000" dirty="0"/>
              <a:t>/</a:t>
            </a:r>
            <a:r>
              <a:rPr lang="ko-KR" altLang="en-US" sz="1000" dirty="0"/>
              <a:t>눈</a:t>
            </a:r>
            <a:r>
              <a:rPr lang="en-US" altLang="ko-KR" sz="1000" dirty="0"/>
              <a:t>/</a:t>
            </a:r>
            <a:r>
              <a:rPr lang="ko-KR" altLang="en-US" sz="1000" dirty="0"/>
              <a:t>코</a:t>
            </a:r>
            <a:r>
              <a:rPr lang="en-US" altLang="ko-KR" sz="1000" dirty="0"/>
              <a:t>/</a:t>
            </a:r>
            <a:r>
              <a:rPr lang="ko-KR" altLang="en-US" sz="1000" dirty="0"/>
              <a:t>귀</a:t>
            </a:r>
            <a:r>
              <a:rPr lang="en-US" altLang="ko-KR" sz="1000" dirty="0"/>
              <a:t>/</a:t>
            </a:r>
            <a:r>
              <a:rPr lang="ko-KR" altLang="en-US" sz="1000" dirty="0"/>
              <a:t>입</a:t>
            </a:r>
            <a:r>
              <a:rPr lang="en-US" altLang="ko-KR" sz="1000" dirty="0"/>
              <a:t>/</a:t>
            </a:r>
            <a:r>
              <a:rPr lang="ko-KR" altLang="en-US" sz="1000" dirty="0"/>
              <a:t>폐</a:t>
            </a:r>
            <a:r>
              <a:rPr lang="en-US" altLang="ko-KR" sz="1000" dirty="0"/>
              <a:t>/</a:t>
            </a:r>
            <a:r>
              <a:rPr lang="ko-KR" altLang="en-US" sz="1000" dirty="0"/>
              <a:t>심장</a:t>
            </a:r>
            <a:r>
              <a:rPr lang="en-US" altLang="ko-KR" sz="1000" dirty="0"/>
              <a:t>/</a:t>
            </a:r>
            <a:r>
              <a:rPr lang="ko-KR" altLang="en-US" sz="1000" dirty="0"/>
              <a:t>위</a:t>
            </a:r>
            <a:r>
              <a:rPr lang="en-US" altLang="ko-KR" sz="1000" dirty="0"/>
              <a:t>/</a:t>
            </a:r>
            <a:r>
              <a:rPr lang="ko-KR" altLang="en-US" sz="1000" dirty="0"/>
              <a:t>간</a:t>
            </a:r>
            <a:r>
              <a:rPr lang="en-US" altLang="ko-KR" sz="1000" dirty="0"/>
              <a:t>/</a:t>
            </a:r>
            <a:r>
              <a:rPr lang="ko-KR" altLang="en-US" sz="1000" dirty="0"/>
              <a:t>장</a:t>
            </a:r>
            <a:r>
              <a:rPr lang="en-US" altLang="ko-KR" sz="1000" dirty="0"/>
              <a:t>/</a:t>
            </a:r>
            <a:r>
              <a:rPr lang="ko-KR" altLang="en-US" sz="1000" dirty="0"/>
              <a:t>팔</a:t>
            </a:r>
            <a:r>
              <a:rPr lang="en-US" altLang="ko-KR" sz="1000" dirty="0"/>
              <a:t>/</a:t>
            </a:r>
            <a:r>
              <a:rPr lang="ko-KR" altLang="en-US" sz="1000" dirty="0"/>
              <a:t>다리 </a:t>
            </a:r>
            <a:r>
              <a:rPr lang="en-US" altLang="ko-KR" sz="1000" dirty="0"/>
              <a:t>(</a:t>
            </a:r>
            <a:r>
              <a:rPr lang="ko-KR" altLang="en-US" sz="1000" dirty="0"/>
              <a:t>많을수록 생존레벨 하락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3419872" y="3944670"/>
            <a:ext cx="104387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역할 기호 설정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27784" y="181462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31840" y="1814627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지식 선택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23928" y="1814627"/>
            <a:ext cx="173316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</a:t>
            </a:r>
            <a:r>
              <a:rPr lang="en-US" altLang="ko-KR" sz="1000" dirty="0"/>
              <a:t>/</a:t>
            </a:r>
            <a:r>
              <a:rPr lang="ko-KR" altLang="en-US" sz="1000" dirty="0"/>
              <a:t>중</a:t>
            </a:r>
            <a:r>
              <a:rPr lang="en-US" altLang="ko-KR" sz="1000" dirty="0"/>
              <a:t>/</a:t>
            </a:r>
            <a:r>
              <a:rPr lang="ko-KR" altLang="en-US" sz="1000" dirty="0"/>
              <a:t>하 단계로 레벨 선택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24128" y="1814627"/>
            <a:ext cx="22300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농경</a:t>
            </a:r>
            <a:r>
              <a:rPr lang="en-US" altLang="ko-KR" sz="1000" dirty="0"/>
              <a:t>/</a:t>
            </a:r>
            <a:r>
              <a:rPr lang="ko-KR" altLang="en-US" sz="1000" dirty="0"/>
              <a:t>회로</a:t>
            </a:r>
            <a:r>
              <a:rPr lang="en-US" altLang="ko-KR" sz="1000" dirty="0"/>
              <a:t>/</a:t>
            </a:r>
            <a:r>
              <a:rPr lang="ko-KR" altLang="en-US" sz="1000" dirty="0"/>
              <a:t>통신</a:t>
            </a:r>
            <a:r>
              <a:rPr lang="en-US" altLang="ko-KR" sz="1000" dirty="0"/>
              <a:t>/</a:t>
            </a:r>
            <a:r>
              <a:rPr lang="ko-KR" altLang="en-US" sz="1000" dirty="0"/>
              <a:t>프로그래밍</a:t>
            </a:r>
            <a:r>
              <a:rPr lang="en-US" altLang="ko-KR" sz="1000" dirty="0"/>
              <a:t>/</a:t>
            </a:r>
            <a:r>
              <a:rPr lang="ko-KR" altLang="en-US" sz="1000" dirty="0"/>
              <a:t>광물</a:t>
            </a:r>
            <a:r>
              <a:rPr lang="en-US" altLang="ko-KR" sz="1000" dirty="0"/>
              <a:t> </a:t>
            </a:r>
            <a:r>
              <a:rPr lang="ko-KR" altLang="en-US" sz="1000" dirty="0"/>
              <a:t>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27784" y="2102659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지역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31840" y="2102659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지역 선택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27784" y="2390691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메모</a:t>
            </a:r>
            <a:endParaRPr lang="ko-KR" alt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3783079" y="3080574"/>
            <a:ext cx="165301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유통기한 지난 식품 </a:t>
            </a:r>
            <a:r>
              <a:rPr lang="ko-KR" altLang="en-US" sz="1000" dirty="0" err="1"/>
              <a:t>알람</a:t>
            </a:r>
            <a:endParaRPr lang="ko-KR" alt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1187624" y="5143591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유틸</a:t>
            </a:r>
            <a:endParaRPr lang="ko-KR" alt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1835696" y="5143591"/>
            <a:ext cx="213391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주사위</a:t>
            </a:r>
            <a:r>
              <a:rPr lang="en-US" altLang="ko-KR" sz="1000" dirty="0"/>
              <a:t>/</a:t>
            </a:r>
            <a:r>
              <a:rPr lang="ko-KR" altLang="en-US" sz="1000" dirty="0"/>
              <a:t>사다리타기</a:t>
            </a:r>
            <a:r>
              <a:rPr lang="en-US" altLang="ko-KR" sz="1000" dirty="0"/>
              <a:t>/</a:t>
            </a:r>
            <a:r>
              <a:rPr lang="ko-KR" altLang="en-US" sz="1000" dirty="0" err="1"/>
              <a:t>제비뽑기</a:t>
            </a:r>
            <a:r>
              <a:rPr lang="en-US" altLang="ko-KR" sz="1000" dirty="0"/>
              <a:t>/</a:t>
            </a:r>
            <a:r>
              <a:rPr lang="ko-KR" altLang="en-US" sz="1000" dirty="0"/>
              <a:t>투표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35696" y="5431623"/>
            <a:ext cx="16017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타이머 설정식 소리 재생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91880" y="5431623"/>
            <a:ext cx="160813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프리셋</a:t>
            </a:r>
            <a:r>
              <a:rPr lang="ko-KR" altLang="en-US" sz="1000" dirty="0"/>
              <a:t> </a:t>
            </a:r>
            <a:r>
              <a:rPr lang="en-US" altLang="ko-KR" sz="1000" dirty="0"/>
              <a:t>+ </a:t>
            </a:r>
            <a:r>
              <a:rPr lang="ko-KR" altLang="en-US" sz="1000" dirty="0"/>
              <a:t>본인 선택 소리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35696" y="5719655"/>
            <a:ext cx="99899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오프라인 지도</a:t>
            </a:r>
            <a:endParaRPr lang="ko-KR" alt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2915816" y="5719655"/>
            <a:ext cx="7954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Nuke Map</a:t>
            </a:r>
            <a:endParaRPr lang="ko-KR" alt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3779912" y="5719655"/>
            <a:ext cx="203132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계절풍에 따른 방사능 대피 마크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87624" y="4855559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계획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35191" y="4855559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주간 계획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27279" y="4855559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월간 계획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9367" y="4855559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연간 계획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27784" y="2708920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장비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31840" y="2708920"/>
            <a:ext cx="155683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의류</a:t>
            </a:r>
            <a:r>
              <a:rPr lang="en-US" altLang="ko-KR" sz="1000" dirty="0"/>
              <a:t>(</a:t>
            </a:r>
            <a:r>
              <a:rPr lang="ko-KR" altLang="en-US" sz="1000" dirty="0"/>
              <a:t>털옷</a:t>
            </a:r>
            <a:r>
              <a:rPr lang="en-US" altLang="ko-KR" sz="1000" dirty="0"/>
              <a:t>/</a:t>
            </a:r>
            <a:r>
              <a:rPr lang="ko-KR" altLang="en-US" sz="1000" dirty="0" err="1"/>
              <a:t>얇은옷</a:t>
            </a:r>
            <a:r>
              <a:rPr lang="en-US" altLang="ko-KR" sz="1000" dirty="0"/>
              <a:t>/</a:t>
            </a:r>
            <a:r>
              <a:rPr lang="ko-KR" altLang="en-US" sz="1000" dirty="0" err="1"/>
              <a:t>패딩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4716016" y="2708920"/>
            <a:ext cx="249299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무기</a:t>
            </a:r>
            <a:r>
              <a:rPr lang="en-US" altLang="ko-KR" sz="1000" dirty="0"/>
              <a:t>(</a:t>
            </a:r>
            <a:r>
              <a:rPr lang="ko-KR" altLang="en-US" sz="1000" dirty="0"/>
              <a:t>도끼</a:t>
            </a:r>
            <a:r>
              <a:rPr lang="en-US" altLang="ko-KR" sz="1000" dirty="0"/>
              <a:t>/</a:t>
            </a:r>
            <a:r>
              <a:rPr lang="ko-KR" altLang="en-US" sz="1000" dirty="0"/>
              <a:t>단검</a:t>
            </a:r>
            <a:r>
              <a:rPr lang="en-US" altLang="ko-KR" sz="1000" dirty="0"/>
              <a:t>/</a:t>
            </a:r>
            <a:r>
              <a:rPr lang="ko-KR" altLang="en-US" sz="1000" dirty="0"/>
              <a:t>장검</a:t>
            </a:r>
            <a:r>
              <a:rPr lang="en-US" altLang="ko-KR" sz="1000" dirty="0"/>
              <a:t>/</a:t>
            </a:r>
            <a:r>
              <a:rPr lang="ko-KR" altLang="en-US" sz="1000" dirty="0"/>
              <a:t>몽둥이</a:t>
            </a:r>
            <a:r>
              <a:rPr lang="en-US" altLang="ko-KR" sz="1000" dirty="0"/>
              <a:t>/</a:t>
            </a:r>
            <a:r>
              <a:rPr lang="ko-KR" altLang="en-US" sz="1000" dirty="0"/>
              <a:t>활</a:t>
            </a:r>
            <a:r>
              <a:rPr lang="en-US" altLang="ko-KR" sz="1000" dirty="0"/>
              <a:t>/</a:t>
            </a:r>
            <a:r>
              <a:rPr lang="ko-KR" altLang="en-US" sz="1000" dirty="0"/>
              <a:t>석궁</a:t>
            </a:r>
            <a:r>
              <a:rPr lang="en-US" altLang="ko-KR" sz="1000" dirty="0"/>
              <a:t>/</a:t>
            </a:r>
            <a:r>
              <a:rPr lang="ko-KR" altLang="en-US" sz="1000" dirty="0"/>
              <a:t>총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7236296" y="2708920"/>
            <a:ext cx="121058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보조무기</a:t>
            </a:r>
            <a:r>
              <a:rPr lang="en-US" altLang="ko-KR" sz="1000" dirty="0"/>
              <a:t>(</a:t>
            </a:r>
            <a:r>
              <a:rPr lang="ko-KR" altLang="en-US" sz="1000" dirty="0"/>
              <a:t>방패</a:t>
            </a:r>
            <a:r>
              <a:rPr lang="en-US" altLang="ko-KR" sz="1000" dirty="0"/>
              <a:t>/</a:t>
            </a:r>
            <a:r>
              <a:rPr lang="ko-KR" altLang="en-US" sz="1000" dirty="0"/>
              <a:t>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5148064" y="5431623"/>
            <a:ext cx="28296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옵션에서 소리를 제거해도 들린다고 적어두기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68144" y="5719655"/>
            <a:ext cx="112723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조직원 </a:t>
            </a:r>
            <a:r>
              <a:rPr lang="ko-KR" altLang="en-US" sz="1000" dirty="0" err="1"/>
              <a:t>핀포인트</a:t>
            </a:r>
            <a:endParaRPr lang="ko-KR" alt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711455" y="4855559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피난 계획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7362" y="4855559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공유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52885" y="6086192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식사 분배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4973" y="6086192"/>
            <a:ext cx="187423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</a:t>
            </a:r>
            <a:r>
              <a:rPr lang="ko-KR" altLang="en-US" sz="1000" dirty="0"/>
              <a:t>일 영양소 수치에 맞게 분배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9189" y="6086192"/>
            <a:ext cx="377859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분배할 식량이 없을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조직원이 없을 경우의 메시지도 넣기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44973" y="6692453"/>
            <a:ext cx="504817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해당 음식을 먹었습니다</a:t>
            </a:r>
            <a:r>
              <a:rPr lang="en-US" altLang="ko-KR" sz="1000" dirty="0"/>
              <a:t>] </a:t>
            </a:r>
            <a:r>
              <a:rPr lang="ko-KR" altLang="en-US" sz="1000" dirty="0"/>
              <a:t>버튼 추가</a:t>
            </a:r>
            <a:r>
              <a:rPr lang="en-US" altLang="ko-KR" sz="1000" dirty="0"/>
              <a:t>. </a:t>
            </a:r>
            <a:r>
              <a:rPr lang="ko-KR" altLang="en-US" sz="1000" dirty="0"/>
              <a:t>작은 글씨로 </a:t>
            </a:r>
            <a:r>
              <a:rPr lang="en-US" altLang="ko-KR" sz="1000" dirty="0"/>
              <a:t>(</a:t>
            </a:r>
            <a:r>
              <a:rPr lang="ko-KR" altLang="en-US" sz="1000" dirty="0"/>
              <a:t>아래 음식들을 배낭에서 제거</a:t>
            </a:r>
            <a:r>
              <a:rPr lang="en-US" altLang="ko-KR" sz="1000" dirty="0"/>
              <a:t>) </a:t>
            </a:r>
            <a:r>
              <a:rPr lang="ko-KR" altLang="en-US" sz="1000" dirty="0"/>
              <a:t>넣기</a:t>
            </a:r>
            <a:endParaRPr lang="en-US" altLang="ko-KR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2644973" y="6404421"/>
            <a:ext cx="33201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조직원</a:t>
            </a:r>
            <a:r>
              <a:rPr lang="en-US" altLang="ko-KR" sz="1000" dirty="0"/>
              <a:t>] [</a:t>
            </a:r>
            <a:r>
              <a:rPr lang="ko-KR" altLang="en-US" sz="1000" dirty="0"/>
              <a:t>배낭</a:t>
            </a:r>
            <a:r>
              <a:rPr lang="en-US" altLang="ko-KR" sz="1000" dirty="0"/>
              <a:t>] [</a:t>
            </a:r>
            <a:r>
              <a:rPr lang="ko-KR" altLang="en-US" sz="1000" dirty="0"/>
              <a:t>위치</a:t>
            </a:r>
            <a:r>
              <a:rPr lang="en-US" altLang="ko-KR" sz="1000" dirty="0"/>
              <a:t>] [</a:t>
            </a:r>
            <a:r>
              <a:rPr lang="ko-KR" altLang="en-US" sz="1000" dirty="0"/>
              <a:t>음식 명</a:t>
            </a:r>
            <a:r>
              <a:rPr lang="en-US" altLang="ko-KR" sz="1000" dirty="0"/>
              <a:t>] [</a:t>
            </a:r>
            <a:r>
              <a:rPr lang="ko-KR" altLang="en-US" sz="1000" dirty="0"/>
              <a:t>개수</a:t>
            </a:r>
            <a:r>
              <a:rPr lang="en-US" altLang="ko-KR" sz="1000" dirty="0"/>
              <a:t>] </a:t>
            </a:r>
            <a:r>
              <a:rPr lang="ko-KR" altLang="en-US" sz="1000" dirty="0"/>
              <a:t>형태로 보여주기</a:t>
            </a:r>
            <a:endParaRPr lang="en-US" altLang="ko-KR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1185838" y="4553055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일기장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77926" y="4553055"/>
            <a:ext cx="74892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  <a:endParaRPr lang="en-US" altLang="ko-KR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2769809" y="4553054"/>
            <a:ext cx="173637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동영상</a:t>
            </a:r>
            <a:r>
              <a:rPr lang="en-US" altLang="ko-KR" sz="1000" dirty="0"/>
              <a:t>/</a:t>
            </a:r>
            <a:r>
              <a:rPr lang="ko-KR" altLang="en-US" sz="1000" dirty="0"/>
              <a:t>사진 첨부 가능하게</a:t>
            </a:r>
            <a:endParaRPr lang="en-US" altLang="ko-KR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3383766" y="662499"/>
            <a:ext cx="35644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생존 레벨 </a:t>
            </a:r>
            <a:r>
              <a:rPr lang="en-US" altLang="ko-KR" sz="1000" dirty="0"/>
              <a:t>(</a:t>
            </a:r>
            <a:r>
              <a:rPr lang="ko-KR" altLang="en-US" sz="1000" dirty="0"/>
              <a:t>조직원의 모든 능력을 수치화 시켜 보여주기</a:t>
            </a:r>
            <a:r>
              <a:rPr lang="en-US" altLang="ko-KR" sz="1000" dirty="0"/>
              <a:t>.)</a:t>
            </a:r>
            <a:endParaRPr lang="ko-KR" alt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3135007" y="2393177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연락망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83079" y="2393177"/>
            <a:ext cx="7425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상봉 장소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5167" y="2393177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연락처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25984" y="2393177"/>
            <a:ext cx="382668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암구호</a:t>
            </a:r>
            <a:r>
              <a:rPr lang="en-US" altLang="ko-KR" sz="1000" dirty="0"/>
              <a:t>(</a:t>
            </a:r>
            <a:r>
              <a:rPr lang="ko-KR" altLang="en-US" sz="1000" dirty="0"/>
              <a:t>진해 살던 개 이름을 적어서 메일 제목으로 첨부하기 등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/>
          <p:cNvSpPr txBox="1"/>
          <p:nvPr/>
        </p:nvSpPr>
        <p:spPr>
          <a:xfrm>
            <a:off x="1187624" y="86435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지도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35696" y="86435"/>
            <a:ext cx="92204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핀 추가</a:t>
            </a:r>
            <a:r>
              <a:rPr lang="en-US" altLang="ko-KR" sz="1000" dirty="0"/>
              <a:t>/</a:t>
            </a:r>
            <a:r>
              <a:rPr lang="ko-KR" altLang="en-US" sz="1000" dirty="0"/>
              <a:t>제거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09927" y="374467"/>
            <a:ext cx="306365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대략적인 거리와 이동 시 소모될 칼로리 수치 표시</a:t>
            </a:r>
            <a:endParaRPr lang="ko-KR" altLang="en-US" sz="1000" dirty="0"/>
          </a:p>
        </p:txBody>
      </p:sp>
      <p:sp>
        <p:nvSpPr>
          <p:cNvPr id="69" name="TextBox 68"/>
          <p:cNvSpPr txBox="1"/>
          <p:nvPr/>
        </p:nvSpPr>
        <p:spPr>
          <a:xfrm>
            <a:off x="2909927" y="86435"/>
            <a:ext cx="27751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주거지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바리게이트</a:t>
            </a:r>
            <a:r>
              <a:rPr lang="en-US" altLang="ko-KR" sz="1000" dirty="0"/>
              <a:t>, </a:t>
            </a:r>
            <a:r>
              <a:rPr lang="ko-KR" altLang="en-US" sz="1000" dirty="0"/>
              <a:t>식빵모양 등등 다양한 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09927" y="692696"/>
            <a:ext cx="3211135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각 </a:t>
            </a:r>
            <a:r>
              <a:rPr lang="ko-KR" altLang="en-US" sz="1000" dirty="0" err="1"/>
              <a:t>건물별</a:t>
            </a:r>
            <a:r>
              <a:rPr lang="ko-KR" altLang="en-US" sz="1000" dirty="0"/>
              <a:t> 획득 가능성이 있는 아이템 표시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평상시 </a:t>
            </a:r>
            <a:r>
              <a:rPr lang="en-US" altLang="ko-KR" sz="1000" dirty="0"/>
              <a:t>: </a:t>
            </a:r>
            <a:r>
              <a:rPr lang="ko-KR" altLang="en-US" sz="1000" dirty="0"/>
              <a:t>절도죄로 입건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사태 초기 </a:t>
            </a:r>
            <a:r>
              <a:rPr lang="en-US" altLang="ko-KR" sz="1000" dirty="0"/>
              <a:t>: </a:t>
            </a:r>
            <a:r>
              <a:rPr lang="ko-KR" altLang="en-US" sz="1000" dirty="0"/>
              <a:t>굉장히 많음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사태 이후 </a:t>
            </a:r>
            <a:r>
              <a:rPr lang="en-US" altLang="ko-KR" sz="1000" dirty="0"/>
              <a:t>: </a:t>
            </a:r>
            <a:r>
              <a:rPr lang="ko-KR" altLang="en-US" sz="1000" dirty="0"/>
              <a:t>굉장히 적음</a:t>
            </a:r>
            <a:r>
              <a:rPr lang="en-US" altLang="ko-KR" sz="1000" dirty="0"/>
              <a:t>. </a:t>
            </a:r>
            <a:r>
              <a:rPr lang="ko-KR" altLang="en-US" sz="1000" dirty="0"/>
              <a:t>위험 요소 굉장히 많이 표시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585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611560" y="620688"/>
            <a:ext cx="7920880" cy="4752528"/>
          </a:xfrm>
          <a:prstGeom prst="roundRect">
            <a:avLst>
              <a:gd name="adj" fmla="val 1312"/>
            </a:avLst>
          </a:prstGeom>
          <a:solidFill>
            <a:schemeClr val="tx1"/>
          </a:solidFill>
          <a:ln w="0" cap="rnd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3602" y="14799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5632" y="5061815"/>
            <a:ext cx="1285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version : 201812100201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1007" y="4984319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즐겨찾기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324" y="4408305"/>
            <a:ext cx="513670" cy="515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포인트가 5개인 별 4"/>
          <p:cNvSpPr/>
          <p:nvPr/>
        </p:nvSpPr>
        <p:spPr>
          <a:xfrm>
            <a:off x="6554062" y="4351801"/>
            <a:ext cx="571515" cy="571515"/>
          </a:xfrm>
          <a:prstGeom prst="star5">
            <a:avLst>
              <a:gd name="adj" fmla="val 23352"/>
              <a:gd name="hf" fmla="val 105146"/>
              <a:gd name="vf" fmla="val 11055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549586" y="4980142"/>
            <a:ext cx="44114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설정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809244" y="980728"/>
            <a:ext cx="1962556" cy="394258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2915816" y="980728"/>
            <a:ext cx="1962556" cy="394258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239028" y="2667757"/>
            <a:ext cx="117211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상황별</a:t>
            </a:r>
            <a:r>
              <a:rPr lang="ko-KR" altLang="en-US" sz="1000" dirty="0">
                <a:solidFill>
                  <a:schemeClr val="bg1"/>
                </a:solidFill>
              </a:rPr>
              <a:t> 행동 요령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648" y="2667757"/>
            <a:ext cx="6976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생존대비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9029" y="3126495"/>
            <a:ext cx="117211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상황이 닥쳤을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1978" y="3126494"/>
            <a:ext cx="120097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상황이 닥치기 전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211" y="1244413"/>
            <a:ext cx="1127851" cy="112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769563" y="166919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4310" y="4984318"/>
            <a:ext cx="72008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유틸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52326" y="3750604"/>
            <a:ext cx="6756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4378" y="3902291"/>
            <a:ext cx="569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일기장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9862" y="369070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지도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512" y="1385695"/>
            <a:ext cx="1102946" cy="72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279862" y="169990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조직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627" y="2974573"/>
            <a:ext cx="695616" cy="69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326" y="2909480"/>
            <a:ext cx="756137" cy="81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573" y="4302432"/>
            <a:ext cx="681887" cy="68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585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직사각형 73"/>
          <p:cNvSpPr/>
          <p:nvPr/>
        </p:nvSpPr>
        <p:spPr>
          <a:xfrm>
            <a:off x="2555776" y="343448"/>
            <a:ext cx="6408712" cy="63259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179512" y="343448"/>
            <a:ext cx="2304256" cy="63259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2267744" y="343448"/>
            <a:ext cx="216024" cy="63259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2267744" y="624600"/>
            <a:ext cx="216024" cy="316295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0" y="-258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지식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316353" y="480584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모서리가 둥근 직사각형 76"/>
          <p:cNvSpPr/>
          <p:nvPr/>
        </p:nvSpPr>
        <p:spPr>
          <a:xfrm>
            <a:off x="316353" y="980728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316353" y="1454024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827584" y="4399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농사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584" y="94007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목축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827584" y="14133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99792" y="439934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농사      </a:t>
            </a:r>
            <a:r>
              <a:rPr lang="en-US" altLang="ko-KR" dirty="0"/>
              <a:t>(i) </a:t>
            </a:r>
            <a:r>
              <a:rPr lang="ko-KR" altLang="en-US" dirty="0"/>
              <a:t>레벨은 난이도의 대략적인 수치입니다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3" name="직사각형 82"/>
          <p:cNvSpPr/>
          <p:nvPr/>
        </p:nvSpPr>
        <p:spPr>
          <a:xfrm>
            <a:off x="179512" y="6165304"/>
            <a:ext cx="2304256" cy="5040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736765" y="623266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지식 추가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2757290" y="901346"/>
            <a:ext cx="1512168" cy="1512168"/>
          </a:xfrm>
          <a:prstGeom prst="roundRect">
            <a:avLst>
              <a:gd name="adj" fmla="val 1011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2829297" y="2046494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</a:t>
            </a:r>
          </a:p>
        </p:txBody>
      </p:sp>
      <p:sp>
        <p:nvSpPr>
          <p:cNvPr id="89" name="자유형 88"/>
          <p:cNvSpPr/>
          <p:nvPr/>
        </p:nvSpPr>
        <p:spPr>
          <a:xfrm>
            <a:off x="3022957" y="1152815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4594365" y="901346"/>
            <a:ext cx="1512168" cy="1512168"/>
          </a:xfrm>
          <a:prstGeom prst="roundRect">
            <a:avLst>
              <a:gd name="adj" fmla="val 1011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666372" y="2046494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햇감자</a:t>
            </a:r>
          </a:p>
        </p:txBody>
      </p:sp>
      <p:sp>
        <p:nvSpPr>
          <p:cNvPr id="92" name="자유형 91"/>
          <p:cNvSpPr/>
          <p:nvPr/>
        </p:nvSpPr>
        <p:spPr>
          <a:xfrm>
            <a:off x="4860032" y="1152815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모서리가 둥근 직사각형 92"/>
          <p:cNvSpPr/>
          <p:nvPr/>
        </p:nvSpPr>
        <p:spPr>
          <a:xfrm>
            <a:off x="6538581" y="901346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6610588" y="2046494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95" name="자유형 94"/>
          <p:cNvSpPr/>
          <p:nvPr/>
        </p:nvSpPr>
        <p:spPr>
          <a:xfrm>
            <a:off x="6804248" y="1152815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2757290" y="2859643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2829297" y="4004791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01" name="자유형 100"/>
          <p:cNvSpPr/>
          <p:nvPr/>
        </p:nvSpPr>
        <p:spPr>
          <a:xfrm>
            <a:off x="3022957" y="3111112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4594365" y="2859643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4666372" y="4004791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04" name="자유형 103"/>
          <p:cNvSpPr/>
          <p:nvPr/>
        </p:nvSpPr>
        <p:spPr>
          <a:xfrm>
            <a:off x="4860032" y="3111112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6538581" y="2859643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610588" y="4004791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07" name="자유형 106"/>
          <p:cNvSpPr/>
          <p:nvPr/>
        </p:nvSpPr>
        <p:spPr>
          <a:xfrm>
            <a:off x="6804248" y="3111112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2757290" y="4700132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2829297" y="5845280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10" name="자유형 109"/>
          <p:cNvSpPr/>
          <p:nvPr/>
        </p:nvSpPr>
        <p:spPr>
          <a:xfrm>
            <a:off x="3022957" y="4951601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4594365" y="4700132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4666372" y="5845280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13" name="자유형 112"/>
          <p:cNvSpPr/>
          <p:nvPr/>
        </p:nvSpPr>
        <p:spPr>
          <a:xfrm>
            <a:off x="4860032" y="4951601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6538581" y="4700132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6610588" y="5845280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16" name="자유형 115"/>
          <p:cNvSpPr/>
          <p:nvPr/>
        </p:nvSpPr>
        <p:spPr>
          <a:xfrm>
            <a:off x="6804248" y="4951601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2829297" y="901346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LV. 2</a:t>
            </a:r>
            <a:endParaRPr lang="ko-KR" alt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4666372" y="901346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LV. 23</a:t>
            </a:r>
            <a:endParaRPr lang="ko-KR" altLang="en-US" dirty="0"/>
          </a:p>
        </p:txBody>
      </p:sp>
      <p:sp>
        <p:nvSpPr>
          <p:cNvPr id="132" name="TextBox 131"/>
          <p:cNvSpPr txBox="1"/>
          <p:nvPr/>
        </p:nvSpPr>
        <p:spPr>
          <a:xfrm>
            <a:off x="8316414" y="1921850"/>
            <a:ext cx="97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이름순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136395" y="2364656"/>
            <a:ext cx="133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난이도순</a:t>
            </a:r>
            <a:endParaRPr lang="ko-KR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8136395" y="2834670"/>
            <a:ext cx="133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날짜순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34417" y="1412776"/>
            <a:ext cx="972109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정렬</a:t>
            </a:r>
          </a:p>
        </p:txBody>
      </p:sp>
    </p:spTree>
    <p:extLst>
      <p:ext uri="{BB962C8B-B14F-4D97-AF65-F5344CB8AC3E}">
        <p14:creationId xmlns:p14="http://schemas.microsoft.com/office/powerpoint/2010/main" val="593753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971600" y="1548106"/>
            <a:ext cx="1512168" cy="1512168"/>
          </a:xfrm>
          <a:prstGeom prst="roundRect">
            <a:avLst>
              <a:gd name="adj" fmla="val 101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2555776" y="1548106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43607" y="2693254"/>
            <a:ext cx="136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감자 농사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18" y="401707"/>
            <a:ext cx="18722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지식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초수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91993" y="-13791"/>
            <a:ext cx="6563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초수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해당 분야에 어떠한 지식이 없어도 그대로 따라 </a:t>
            </a:r>
            <a:r>
              <a:rPr lang="ko-KR" altLang="en-US" dirty="0" err="1"/>
              <a:t>하면됨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중수 </a:t>
            </a:r>
            <a:r>
              <a:rPr lang="en-US" altLang="ko-KR" dirty="0"/>
              <a:t>: </a:t>
            </a:r>
            <a:r>
              <a:rPr lang="ko-KR" altLang="en-US" dirty="0"/>
              <a:t>해당 분야에 대학생 정도의 지식이 필요함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고수 </a:t>
            </a:r>
            <a:r>
              <a:rPr lang="en-US" altLang="ko-KR" dirty="0"/>
              <a:t>: </a:t>
            </a:r>
            <a:r>
              <a:rPr lang="ko-KR" altLang="en-US" dirty="0"/>
              <a:t>해당 분야를 직업으로 삼은 기술자여야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전문가 </a:t>
            </a:r>
            <a:r>
              <a:rPr lang="en-US" altLang="ko-KR" dirty="0"/>
              <a:t>: </a:t>
            </a:r>
            <a:r>
              <a:rPr lang="ko-KR" altLang="en-US" dirty="0"/>
              <a:t>해당 분야의 박사 학위가 있거나 전문 기술자여야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915816" y="1548106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17" idx="2"/>
            <a:endCxn id="12" idx="0"/>
          </p:cNvCxnSpPr>
          <p:nvPr/>
        </p:nvCxnSpPr>
        <p:spPr>
          <a:xfrm>
            <a:off x="1595822" y="771039"/>
            <a:ext cx="1103970" cy="777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자유형 14"/>
          <p:cNvSpPr/>
          <p:nvPr/>
        </p:nvSpPr>
        <p:spPr>
          <a:xfrm>
            <a:off x="1237267" y="1799575"/>
            <a:ext cx="1041460" cy="790581"/>
          </a:xfrm>
          <a:custGeom>
            <a:avLst/>
            <a:gdLst>
              <a:gd name="connsiteX0" fmla="*/ 293629 w 1041460"/>
              <a:gd name="connsiteY0" fmla="*/ 289958 h 790581"/>
              <a:gd name="connsiteX1" fmla="*/ 133609 w 1041460"/>
              <a:gd name="connsiteY1" fmla="*/ 160418 h 790581"/>
              <a:gd name="connsiteX2" fmla="*/ 259 w 1041460"/>
              <a:gd name="connsiteY2" fmla="*/ 476648 h 790581"/>
              <a:gd name="connsiteX3" fmla="*/ 167899 w 1041460"/>
              <a:gd name="connsiteY3" fmla="*/ 747158 h 790581"/>
              <a:gd name="connsiteX4" fmla="*/ 396499 w 1041460"/>
              <a:gd name="connsiteY4" fmla="*/ 674768 h 790581"/>
              <a:gd name="connsiteX5" fmla="*/ 705109 w 1041460"/>
              <a:gd name="connsiteY5" fmla="*/ 789068 h 790581"/>
              <a:gd name="connsiteX6" fmla="*/ 922279 w 1041460"/>
              <a:gd name="connsiteY6" fmla="*/ 575708 h 790581"/>
              <a:gd name="connsiteX7" fmla="*/ 1040389 w 1041460"/>
              <a:gd name="connsiteY7" fmla="*/ 316628 h 790581"/>
              <a:gd name="connsiteX8" fmla="*/ 857509 w 1041460"/>
              <a:gd name="connsiteY8" fmla="*/ 72788 h 790581"/>
              <a:gd name="connsiteX9" fmla="*/ 560329 w 1041460"/>
              <a:gd name="connsiteY9" fmla="*/ 398 h 790581"/>
              <a:gd name="connsiteX10" fmla="*/ 354589 w 1041460"/>
              <a:gd name="connsiteY10" fmla="*/ 95648 h 790581"/>
              <a:gd name="connsiteX11" fmla="*/ 225049 w 1041460"/>
              <a:gd name="connsiteY11" fmla="*/ 145178 h 790581"/>
              <a:gd name="connsiteX12" fmla="*/ 209809 w 1041460"/>
              <a:gd name="connsiteY12" fmla="*/ 175658 h 790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41460" h="790581">
                <a:moveTo>
                  <a:pt x="293629" y="289958"/>
                </a:moveTo>
                <a:cubicBezTo>
                  <a:pt x="238066" y="209630"/>
                  <a:pt x="182504" y="129303"/>
                  <a:pt x="133609" y="160418"/>
                </a:cubicBezTo>
                <a:cubicBezTo>
                  <a:pt x="84714" y="191533"/>
                  <a:pt x="-5456" y="378858"/>
                  <a:pt x="259" y="476648"/>
                </a:cubicBezTo>
                <a:cubicBezTo>
                  <a:pt x="5974" y="574438"/>
                  <a:pt x="101859" y="714138"/>
                  <a:pt x="167899" y="747158"/>
                </a:cubicBezTo>
                <a:cubicBezTo>
                  <a:pt x="233939" y="780178"/>
                  <a:pt x="306964" y="667783"/>
                  <a:pt x="396499" y="674768"/>
                </a:cubicBezTo>
                <a:cubicBezTo>
                  <a:pt x="486034" y="681753"/>
                  <a:pt x="617479" y="805578"/>
                  <a:pt x="705109" y="789068"/>
                </a:cubicBezTo>
                <a:cubicBezTo>
                  <a:pt x="792739" y="772558"/>
                  <a:pt x="866399" y="654448"/>
                  <a:pt x="922279" y="575708"/>
                </a:cubicBezTo>
                <a:cubicBezTo>
                  <a:pt x="978159" y="496968"/>
                  <a:pt x="1051184" y="400448"/>
                  <a:pt x="1040389" y="316628"/>
                </a:cubicBezTo>
                <a:cubicBezTo>
                  <a:pt x="1029594" y="232808"/>
                  <a:pt x="937519" y="125493"/>
                  <a:pt x="857509" y="72788"/>
                </a:cubicBezTo>
                <a:cubicBezTo>
                  <a:pt x="777499" y="20083"/>
                  <a:pt x="644149" y="-3412"/>
                  <a:pt x="560329" y="398"/>
                </a:cubicBezTo>
                <a:cubicBezTo>
                  <a:pt x="476509" y="4208"/>
                  <a:pt x="410469" y="71518"/>
                  <a:pt x="354589" y="95648"/>
                </a:cubicBezTo>
                <a:cubicBezTo>
                  <a:pt x="298709" y="119778"/>
                  <a:pt x="249179" y="131843"/>
                  <a:pt x="225049" y="145178"/>
                </a:cubicBezTo>
                <a:cubicBezTo>
                  <a:pt x="200919" y="158513"/>
                  <a:pt x="205364" y="167085"/>
                  <a:pt x="209809" y="175658"/>
                </a:cubicBez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609888" y="1628800"/>
            <a:ext cx="179807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 flipH="1">
            <a:off x="2627786" y="1674520"/>
            <a:ext cx="144014" cy="982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 flipH="1">
            <a:off x="2591993" y="1661475"/>
            <a:ext cx="45719" cy="49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포인트가 5개인 별 20"/>
          <p:cNvSpPr/>
          <p:nvPr/>
        </p:nvSpPr>
        <p:spPr>
          <a:xfrm>
            <a:off x="2987824" y="1614041"/>
            <a:ext cx="144016" cy="14401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4868" y="3429000"/>
            <a:ext cx="15427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난이도 </a:t>
            </a:r>
            <a:r>
              <a:rPr lang="en-US" altLang="ko-KR" dirty="0"/>
              <a:t>:</a:t>
            </a:r>
            <a:r>
              <a:rPr lang="ko-KR" altLang="en-US" dirty="0"/>
              <a:t> 쉬움</a:t>
            </a:r>
          </a:p>
        </p:txBody>
      </p:sp>
      <p:cxnSp>
        <p:nvCxnSpPr>
          <p:cNvPr id="24" name="직선 화살표 연결선 23"/>
          <p:cNvCxnSpPr>
            <a:stCxn id="32" idx="0"/>
            <a:endCxn id="19" idx="2"/>
          </p:cNvCxnSpPr>
          <p:nvPr/>
        </p:nvCxnSpPr>
        <p:spPr>
          <a:xfrm flipV="1">
            <a:off x="776266" y="1836138"/>
            <a:ext cx="2283566" cy="159286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-23528" y="3812847"/>
            <a:ext cx="83423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쉬움 </a:t>
            </a:r>
            <a:r>
              <a:rPr lang="en-US" altLang="ko-KR" dirty="0"/>
              <a:t>: </a:t>
            </a:r>
            <a:r>
              <a:rPr lang="ko-KR" altLang="en-US" dirty="0"/>
              <a:t>결과물을 얻기 쉬움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보통 </a:t>
            </a:r>
            <a:r>
              <a:rPr lang="en-US" altLang="ko-KR" dirty="0"/>
              <a:t>: </a:t>
            </a:r>
            <a:r>
              <a:rPr lang="ko-KR" altLang="en-US" dirty="0"/>
              <a:t>적합한 도구가 없다면 결과물을 얻기 힘듦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어려움 </a:t>
            </a:r>
            <a:r>
              <a:rPr lang="en-US" altLang="ko-KR" dirty="0"/>
              <a:t>: </a:t>
            </a:r>
            <a:r>
              <a:rPr lang="ko-KR" altLang="en-US" dirty="0"/>
              <a:t>정확한 계량을 하지 않으면 결과물을 얻기 힘듦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극악 </a:t>
            </a:r>
            <a:r>
              <a:rPr lang="en-US" altLang="ko-KR" dirty="0"/>
              <a:t>: </a:t>
            </a:r>
            <a:r>
              <a:rPr lang="ko-KR" altLang="en-US" dirty="0"/>
              <a:t>정확한 계량과 적합한 도구가 있더라도 제대로 된 결과를 기대하기 힘듦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3275856" y="1548106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633724" y="2119524"/>
            <a:ext cx="20102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연령 </a:t>
            </a:r>
            <a:r>
              <a:rPr lang="en-US" altLang="ko-KR" dirty="0"/>
              <a:t>:</a:t>
            </a:r>
            <a:r>
              <a:rPr lang="ko-KR" altLang="en-US" dirty="0"/>
              <a:t> 제한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5328" y="2503371"/>
            <a:ext cx="4701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제한 없음 </a:t>
            </a:r>
            <a:r>
              <a:rPr lang="en-US" altLang="ko-KR" dirty="0"/>
              <a:t>: </a:t>
            </a:r>
            <a:r>
              <a:rPr lang="ko-KR" altLang="en-US" dirty="0"/>
              <a:t>모든 연령대에 적합함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노약자 주의 </a:t>
            </a:r>
            <a:r>
              <a:rPr lang="en-US" altLang="ko-KR" dirty="0"/>
              <a:t>: </a:t>
            </a:r>
            <a:r>
              <a:rPr lang="ko-KR" altLang="en-US" dirty="0"/>
              <a:t>어린이 및 노약자에게 부적합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청소년 주의 </a:t>
            </a:r>
            <a:r>
              <a:rPr lang="en-US" altLang="ko-KR" dirty="0"/>
              <a:t>: 18</a:t>
            </a:r>
            <a:r>
              <a:rPr lang="ko-KR" altLang="en-US" dirty="0"/>
              <a:t>세 미만 청소년에게 부적합</a:t>
            </a:r>
            <a:r>
              <a:rPr lang="en-US" altLang="ko-KR" dirty="0"/>
              <a:t>.</a:t>
            </a:r>
          </a:p>
        </p:txBody>
      </p:sp>
      <p:cxnSp>
        <p:nvCxnSpPr>
          <p:cNvPr id="44" name="직선 화살표 연결선 43"/>
          <p:cNvCxnSpPr>
            <a:stCxn id="42" idx="0"/>
          </p:cNvCxnSpPr>
          <p:nvPr/>
        </p:nvCxnSpPr>
        <p:spPr>
          <a:xfrm flipH="1" flipV="1">
            <a:off x="3419872" y="1836138"/>
            <a:ext cx="218994" cy="28338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&quot;없음&quot; 기호 33"/>
          <p:cNvSpPr/>
          <p:nvPr/>
        </p:nvSpPr>
        <p:spPr>
          <a:xfrm>
            <a:off x="3347864" y="1620114"/>
            <a:ext cx="144016" cy="144016"/>
          </a:xfrm>
          <a:prstGeom prst="noSmoking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39552" y="1548106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-36512" y="977804"/>
            <a:ext cx="18722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분야 </a:t>
            </a:r>
            <a:r>
              <a:rPr lang="en-US" altLang="ko-KR" dirty="0"/>
              <a:t>: </a:t>
            </a:r>
            <a:r>
              <a:rPr lang="ko-KR" altLang="en-US" dirty="0"/>
              <a:t>재배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-2916832" y="974906"/>
            <a:ext cx="288032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불 피우기</a:t>
            </a:r>
            <a:r>
              <a:rPr lang="en-US" altLang="ko-KR" dirty="0"/>
              <a:t>, </a:t>
            </a:r>
            <a:r>
              <a:rPr lang="ko-KR" altLang="en-US" dirty="0"/>
              <a:t>식수 얻기</a:t>
            </a:r>
            <a:r>
              <a:rPr lang="en-US" altLang="ko-KR" dirty="0"/>
              <a:t>, </a:t>
            </a:r>
            <a:r>
              <a:rPr lang="ko-KR" altLang="en-US" dirty="0"/>
              <a:t>농사</a:t>
            </a:r>
            <a:r>
              <a:rPr lang="en-US" altLang="ko-KR" dirty="0"/>
              <a:t>, </a:t>
            </a:r>
            <a:r>
              <a:rPr lang="ko-KR" altLang="en-US" dirty="0"/>
              <a:t>길 찾기</a:t>
            </a:r>
            <a:r>
              <a:rPr lang="en-US" altLang="ko-KR" dirty="0"/>
              <a:t>, </a:t>
            </a:r>
            <a:r>
              <a:rPr lang="ko-KR" altLang="en-US" dirty="0"/>
              <a:t>덫</a:t>
            </a:r>
            <a:r>
              <a:rPr lang="en-US" altLang="ko-KR" dirty="0"/>
              <a:t>/</a:t>
            </a:r>
            <a:r>
              <a:rPr lang="ko-KR" altLang="en-US" dirty="0"/>
              <a:t>함정</a:t>
            </a:r>
            <a:r>
              <a:rPr lang="en-US" altLang="ko-KR" dirty="0"/>
              <a:t>, </a:t>
            </a:r>
            <a:r>
              <a:rPr lang="ko-KR" altLang="en-US" dirty="0"/>
              <a:t>낚시</a:t>
            </a:r>
            <a:r>
              <a:rPr lang="en-US" altLang="ko-KR" dirty="0"/>
              <a:t>, </a:t>
            </a:r>
            <a:r>
              <a:rPr lang="ko-KR" altLang="en-US" dirty="0"/>
              <a:t>목축</a:t>
            </a:r>
            <a:r>
              <a:rPr lang="en-US" altLang="ko-KR" dirty="0"/>
              <a:t>, </a:t>
            </a:r>
            <a:r>
              <a:rPr lang="ko-KR" altLang="en-US" dirty="0"/>
              <a:t>벌목</a:t>
            </a:r>
            <a:r>
              <a:rPr lang="en-US" altLang="ko-KR" dirty="0"/>
              <a:t>, </a:t>
            </a:r>
            <a:r>
              <a:rPr lang="ko-KR" altLang="en-US" dirty="0"/>
              <a:t>가공</a:t>
            </a:r>
            <a:r>
              <a:rPr lang="en-US" altLang="ko-KR" dirty="0"/>
              <a:t>, </a:t>
            </a:r>
            <a:r>
              <a:rPr lang="ko-KR" altLang="en-US" dirty="0"/>
              <a:t>도구 제작</a:t>
            </a:r>
            <a:r>
              <a:rPr lang="en-US" altLang="ko-KR" dirty="0"/>
              <a:t>, </a:t>
            </a:r>
            <a:r>
              <a:rPr lang="ko-KR" altLang="en-US" dirty="0"/>
              <a:t>사냥</a:t>
            </a:r>
            <a:r>
              <a:rPr lang="en-US" altLang="ko-KR" dirty="0"/>
              <a:t>, </a:t>
            </a:r>
            <a:r>
              <a:rPr lang="ko-KR" altLang="en-US" dirty="0"/>
              <a:t>배선</a:t>
            </a:r>
            <a:r>
              <a:rPr lang="en-US" altLang="ko-KR" dirty="0"/>
              <a:t>, </a:t>
            </a:r>
            <a:r>
              <a:rPr lang="ko-KR" altLang="en-US" dirty="0"/>
              <a:t>회로</a:t>
            </a:r>
            <a:r>
              <a:rPr lang="en-US" altLang="ko-KR" dirty="0"/>
              <a:t>, </a:t>
            </a:r>
            <a:r>
              <a:rPr lang="ko-KR" altLang="en-US" dirty="0"/>
              <a:t>프로그래밍</a:t>
            </a:r>
            <a:r>
              <a:rPr lang="en-US" altLang="ko-KR" dirty="0"/>
              <a:t>, </a:t>
            </a:r>
            <a:r>
              <a:rPr lang="ko-KR" altLang="en-US" dirty="0"/>
              <a:t>통신</a:t>
            </a:r>
            <a:r>
              <a:rPr lang="en-US" altLang="ko-KR" dirty="0"/>
              <a:t>, </a:t>
            </a:r>
            <a:r>
              <a:rPr lang="ko-KR" altLang="en-US" dirty="0"/>
              <a:t>건설</a:t>
            </a:r>
            <a:r>
              <a:rPr lang="en-US" altLang="ko-KR" dirty="0"/>
              <a:t>, </a:t>
            </a:r>
            <a:r>
              <a:rPr lang="ko-KR" altLang="en-US" dirty="0"/>
              <a:t>재봉</a:t>
            </a:r>
            <a:r>
              <a:rPr lang="en-US" altLang="ko-KR" dirty="0"/>
              <a:t>, </a:t>
            </a:r>
            <a:r>
              <a:rPr lang="ko-KR" altLang="en-US" dirty="0"/>
              <a:t>요리</a:t>
            </a:r>
            <a:r>
              <a:rPr lang="en-US" altLang="ko-KR" dirty="0"/>
              <a:t>, </a:t>
            </a:r>
            <a:r>
              <a:rPr lang="ko-KR" altLang="en-US" dirty="0"/>
              <a:t>제련</a:t>
            </a:r>
            <a:r>
              <a:rPr lang="en-US" altLang="ko-KR" dirty="0"/>
              <a:t>, </a:t>
            </a:r>
            <a:r>
              <a:rPr lang="ko-KR" altLang="en-US" dirty="0"/>
              <a:t>조련</a:t>
            </a:r>
            <a:r>
              <a:rPr lang="en-US" altLang="ko-KR" dirty="0"/>
              <a:t>, </a:t>
            </a:r>
            <a:r>
              <a:rPr lang="ko-KR" altLang="en-US" dirty="0"/>
              <a:t>응급처치</a:t>
            </a:r>
            <a:r>
              <a:rPr lang="en-US" altLang="ko-KR" dirty="0"/>
              <a:t>, </a:t>
            </a:r>
            <a:r>
              <a:rPr lang="ko-KR" altLang="en-US" dirty="0"/>
              <a:t>제약</a:t>
            </a:r>
            <a:r>
              <a:rPr lang="en-US" altLang="ko-KR" dirty="0"/>
              <a:t>, </a:t>
            </a:r>
            <a:r>
              <a:rPr lang="ko-KR" altLang="en-US" dirty="0"/>
              <a:t>치료</a:t>
            </a:r>
            <a:r>
              <a:rPr lang="en-US" altLang="ko-KR" dirty="0"/>
              <a:t>, </a:t>
            </a:r>
            <a:r>
              <a:rPr lang="ko-KR" altLang="en-US" dirty="0"/>
              <a:t>탐사</a:t>
            </a:r>
            <a:r>
              <a:rPr lang="en-US" altLang="ko-KR" dirty="0"/>
              <a:t>/</a:t>
            </a:r>
            <a:r>
              <a:rPr lang="ko-KR" altLang="en-US" dirty="0"/>
              <a:t>탐험</a:t>
            </a:r>
            <a:r>
              <a:rPr lang="en-US" altLang="ko-KR" dirty="0"/>
              <a:t>, </a:t>
            </a:r>
            <a:r>
              <a:rPr lang="ko-KR" altLang="en-US" dirty="0" err="1"/>
              <a:t>매듭법</a:t>
            </a:r>
            <a:r>
              <a:rPr lang="en-US" altLang="ko-KR" dirty="0"/>
              <a:t>, </a:t>
            </a:r>
            <a:r>
              <a:rPr lang="ko-KR" altLang="en-US" dirty="0"/>
              <a:t>의사소통</a:t>
            </a:r>
            <a:r>
              <a:rPr lang="en-US" altLang="ko-KR" dirty="0"/>
              <a:t>, </a:t>
            </a:r>
            <a:r>
              <a:rPr lang="ko-KR" altLang="en-US" dirty="0"/>
              <a:t>캠핑</a:t>
            </a:r>
            <a:r>
              <a:rPr lang="en-US" altLang="ko-KR" dirty="0"/>
              <a:t>(</a:t>
            </a:r>
            <a:r>
              <a:rPr lang="ko-KR" altLang="en-US" dirty="0"/>
              <a:t>모닥불</a:t>
            </a:r>
            <a:r>
              <a:rPr lang="en-US" altLang="ko-KR" dirty="0"/>
              <a:t>), </a:t>
            </a:r>
            <a:r>
              <a:rPr lang="ko-KR" altLang="en-US" dirty="0"/>
              <a:t>기타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이외는 </a:t>
            </a:r>
            <a:r>
              <a:rPr lang="en-US" altLang="ko-KR" dirty="0"/>
              <a:t>? </a:t>
            </a:r>
            <a:r>
              <a:rPr lang="ko-KR" altLang="en-US" dirty="0"/>
              <a:t>아이콘 넣기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cxnSp>
        <p:nvCxnSpPr>
          <p:cNvPr id="52" name="직선 화살표 연결선 51"/>
          <p:cNvCxnSpPr>
            <a:stCxn id="50" idx="2"/>
            <a:endCxn id="48" idx="0"/>
          </p:cNvCxnSpPr>
          <p:nvPr/>
        </p:nvCxnSpPr>
        <p:spPr>
          <a:xfrm flipH="1">
            <a:off x="683568" y="1347136"/>
            <a:ext cx="216024" cy="20097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54"/>
          <p:cNvSpPr/>
          <p:nvPr/>
        </p:nvSpPr>
        <p:spPr>
          <a:xfrm>
            <a:off x="3638866" y="1548106"/>
            <a:ext cx="288032" cy="288032"/>
          </a:xfrm>
          <a:prstGeom prst="roundRect">
            <a:avLst>
              <a:gd name="adj" fmla="val 10116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3745262" y="1582047"/>
            <a:ext cx="75240" cy="752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3760022" y="1665363"/>
            <a:ext cx="45719" cy="13676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3707904" y="1665362"/>
            <a:ext cx="45719" cy="10745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모서리가 둥근 직사각형 59"/>
          <p:cNvSpPr/>
          <p:nvPr/>
        </p:nvSpPr>
        <p:spPr>
          <a:xfrm>
            <a:off x="3815726" y="1665362"/>
            <a:ext cx="45719" cy="10745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6610951" y="5085184"/>
            <a:ext cx="20882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질병</a:t>
            </a:r>
            <a:r>
              <a:rPr lang="en-US" altLang="ko-KR" dirty="0"/>
              <a:t>/</a:t>
            </a:r>
            <a:r>
              <a:rPr lang="ko-KR" altLang="en-US" dirty="0"/>
              <a:t>장애 </a:t>
            </a:r>
            <a:r>
              <a:rPr lang="en-US" altLang="ko-KR" dirty="0"/>
              <a:t>:</a:t>
            </a:r>
            <a:r>
              <a:rPr lang="ko-KR" altLang="en-US" dirty="0"/>
              <a:t> 손</a:t>
            </a:r>
            <a:r>
              <a:rPr lang="en-US" altLang="ko-KR" dirty="0"/>
              <a:t>, </a:t>
            </a:r>
            <a:r>
              <a:rPr lang="ko-KR" altLang="en-US" dirty="0"/>
              <a:t>팔</a:t>
            </a:r>
          </a:p>
        </p:txBody>
      </p:sp>
      <p:cxnSp>
        <p:nvCxnSpPr>
          <p:cNvPr id="62" name="직선 화살표 연결선 61"/>
          <p:cNvCxnSpPr>
            <a:stCxn id="61" idx="0"/>
            <a:endCxn id="55" idx="2"/>
          </p:cNvCxnSpPr>
          <p:nvPr/>
        </p:nvCxnSpPr>
        <p:spPr>
          <a:xfrm flipH="1" flipV="1">
            <a:off x="3782882" y="1836138"/>
            <a:ext cx="3872185" cy="32490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79512" y="5486117"/>
            <a:ext cx="83471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이 태그는 다중 추가가 가능함</a:t>
            </a:r>
            <a:r>
              <a:rPr lang="en-US" altLang="ko-KR" dirty="0"/>
              <a:t>.]</a:t>
            </a:r>
          </a:p>
          <a:p>
            <a:r>
              <a:rPr lang="ko-KR" altLang="en-US" dirty="0"/>
              <a:t>손</a:t>
            </a:r>
            <a:r>
              <a:rPr lang="en-US" altLang="ko-KR" dirty="0"/>
              <a:t>, </a:t>
            </a:r>
            <a:r>
              <a:rPr lang="ko-KR" altLang="en-US" dirty="0"/>
              <a:t>팔 </a:t>
            </a:r>
            <a:r>
              <a:rPr lang="en-US" altLang="ko-KR" dirty="0"/>
              <a:t>: </a:t>
            </a:r>
            <a:r>
              <a:rPr lang="ko-KR" altLang="en-US" dirty="0"/>
              <a:t>손에 이상이 있을 경우</a:t>
            </a:r>
            <a:r>
              <a:rPr lang="en-US" altLang="ko-KR" dirty="0"/>
              <a:t>,</a:t>
            </a:r>
            <a:r>
              <a:rPr lang="ko-KR" altLang="en-US" dirty="0"/>
              <a:t> 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발</a:t>
            </a:r>
            <a:r>
              <a:rPr lang="en-US" altLang="ko-KR" dirty="0"/>
              <a:t>, </a:t>
            </a:r>
            <a:r>
              <a:rPr lang="ko-KR" altLang="en-US" dirty="0"/>
              <a:t>다리 </a:t>
            </a:r>
            <a:r>
              <a:rPr lang="en-US" altLang="ko-KR" dirty="0"/>
              <a:t>: </a:t>
            </a:r>
            <a:r>
              <a:rPr lang="ko-KR" altLang="en-US" dirty="0"/>
              <a:t>다리에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폐 </a:t>
            </a:r>
            <a:r>
              <a:rPr lang="en-US" altLang="ko-KR" dirty="0"/>
              <a:t>: </a:t>
            </a:r>
            <a:r>
              <a:rPr lang="ko-KR" altLang="en-US" dirty="0"/>
              <a:t>호흡기에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심장 </a:t>
            </a:r>
            <a:r>
              <a:rPr lang="en-US" altLang="ko-KR" dirty="0"/>
              <a:t>: </a:t>
            </a:r>
            <a:r>
              <a:rPr lang="ko-KR" altLang="en-US" dirty="0"/>
              <a:t>심장에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</a:t>
            </a:r>
            <a:r>
              <a:rPr lang="en-US" altLang="ko-KR" dirty="0"/>
              <a:t>, </a:t>
            </a:r>
            <a:r>
              <a:rPr lang="ko-KR" altLang="en-US" dirty="0"/>
              <a:t>소장</a:t>
            </a:r>
            <a:r>
              <a:rPr lang="en-US" altLang="ko-KR" dirty="0"/>
              <a:t>, </a:t>
            </a:r>
            <a:r>
              <a:rPr lang="ko-KR" altLang="en-US" dirty="0"/>
              <a:t>대장 </a:t>
            </a:r>
            <a:r>
              <a:rPr lang="en-US" altLang="ko-KR" dirty="0"/>
              <a:t>: </a:t>
            </a:r>
            <a:r>
              <a:rPr lang="ko-KR" altLang="en-US" dirty="0"/>
              <a:t>소화기에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간</a:t>
            </a:r>
            <a:r>
              <a:rPr lang="en-US" altLang="ko-KR" dirty="0"/>
              <a:t>, </a:t>
            </a:r>
            <a:r>
              <a:rPr lang="ko-KR" altLang="en-US" dirty="0"/>
              <a:t>쓸개 </a:t>
            </a:r>
            <a:r>
              <a:rPr lang="en-US" altLang="ko-KR" dirty="0"/>
              <a:t>: </a:t>
            </a:r>
            <a:r>
              <a:rPr lang="ko-KR" altLang="en-US" dirty="0"/>
              <a:t>해독기에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항문 </a:t>
            </a:r>
            <a:r>
              <a:rPr lang="en-US" altLang="ko-KR" dirty="0"/>
              <a:t>: </a:t>
            </a:r>
            <a:r>
              <a:rPr lang="ko-KR" altLang="en-US" dirty="0"/>
              <a:t>배변에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척추</a:t>
            </a:r>
            <a:r>
              <a:rPr lang="en-US" altLang="ko-KR" dirty="0"/>
              <a:t>, </a:t>
            </a:r>
            <a:r>
              <a:rPr lang="ko-KR" altLang="en-US" dirty="0"/>
              <a:t>허리 </a:t>
            </a:r>
            <a:r>
              <a:rPr lang="en-US" altLang="ko-KR" dirty="0"/>
              <a:t>: </a:t>
            </a:r>
            <a:r>
              <a:rPr lang="ko-KR" altLang="en-US" dirty="0"/>
              <a:t>척추에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눈 </a:t>
            </a:r>
            <a:r>
              <a:rPr lang="en-US" altLang="ko-KR" dirty="0"/>
              <a:t>: </a:t>
            </a:r>
            <a:r>
              <a:rPr lang="ko-KR" altLang="en-US" dirty="0"/>
              <a:t>시각에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 </a:t>
            </a:r>
            <a:r>
              <a:rPr lang="en-US" altLang="ko-KR" dirty="0"/>
              <a:t>: </a:t>
            </a:r>
            <a:r>
              <a:rPr lang="ko-KR" altLang="en-US" dirty="0"/>
              <a:t>후각에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입 </a:t>
            </a:r>
            <a:r>
              <a:rPr lang="en-US" altLang="ko-KR" dirty="0"/>
              <a:t>: </a:t>
            </a:r>
            <a:r>
              <a:rPr lang="ko-KR" altLang="en-US" dirty="0"/>
              <a:t>미각에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귀 </a:t>
            </a:r>
            <a:r>
              <a:rPr lang="en-US" altLang="ko-KR" dirty="0"/>
              <a:t>: </a:t>
            </a:r>
            <a:r>
              <a:rPr lang="ko-KR" altLang="en-US" dirty="0"/>
              <a:t>청각에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머리 </a:t>
            </a:r>
            <a:r>
              <a:rPr lang="en-US" altLang="ko-KR" dirty="0"/>
              <a:t>: </a:t>
            </a:r>
            <a:r>
              <a:rPr lang="ko-KR" altLang="en-US" dirty="0"/>
              <a:t>정신에 이상이 있을 경우</a:t>
            </a:r>
            <a:r>
              <a:rPr lang="en-US" altLang="ko-KR" dirty="0"/>
              <a:t>, </a:t>
            </a:r>
            <a:r>
              <a:rPr lang="ko-KR" altLang="en-US" dirty="0"/>
              <a:t>이 지식을 활용하기 적합하지 않음</a:t>
            </a:r>
            <a:r>
              <a:rPr lang="en-US" altLang="ko-KR" dirty="0"/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4328" y="1598521"/>
            <a:ext cx="718337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 외 추가 가능한 태그</a:t>
            </a:r>
            <a:endParaRPr lang="en-US" altLang="ko-KR" dirty="0"/>
          </a:p>
          <a:p>
            <a:r>
              <a:rPr lang="ko-KR" altLang="en-US" dirty="0"/>
              <a:t>불 조심 </a:t>
            </a:r>
            <a:r>
              <a:rPr lang="en-US" altLang="ko-KR" dirty="0"/>
              <a:t>: </a:t>
            </a:r>
            <a:r>
              <a:rPr lang="ko-KR" altLang="en-US" dirty="0"/>
              <a:t>불을 사용하므로 화상 주의 요함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위험물질 </a:t>
            </a:r>
            <a:r>
              <a:rPr lang="en-US" altLang="ko-KR" dirty="0"/>
              <a:t>: </a:t>
            </a:r>
            <a:r>
              <a:rPr lang="ko-KR" altLang="en-US" dirty="0"/>
              <a:t>위험물질을 다루므로 주의를 요함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폭발물</a:t>
            </a:r>
            <a:r>
              <a:rPr lang="en-US" altLang="ko-KR" dirty="0"/>
              <a:t>, </a:t>
            </a:r>
            <a:r>
              <a:rPr lang="ko-KR" altLang="en-US" dirty="0"/>
              <a:t>산성</a:t>
            </a:r>
            <a:r>
              <a:rPr lang="en-US" altLang="ko-KR" dirty="0"/>
              <a:t>, </a:t>
            </a:r>
            <a:r>
              <a:rPr lang="ko-KR" altLang="en-US" dirty="0"/>
              <a:t>방사성</a:t>
            </a:r>
            <a:r>
              <a:rPr lang="en-US" altLang="ko-KR" dirty="0"/>
              <a:t>, </a:t>
            </a:r>
            <a:r>
              <a:rPr lang="ko-KR" altLang="en-US" dirty="0"/>
              <a:t>절단</a:t>
            </a:r>
            <a:r>
              <a:rPr lang="en-US" altLang="ko-KR" dirty="0"/>
              <a:t>, </a:t>
            </a:r>
            <a:r>
              <a:rPr lang="ko-KR" altLang="en-US" dirty="0"/>
              <a:t>끼임</a:t>
            </a:r>
            <a:r>
              <a:rPr lang="en-US" altLang="ko-KR" dirty="0"/>
              <a:t>, </a:t>
            </a:r>
            <a:r>
              <a:rPr lang="ko-KR" altLang="en-US" dirty="0"/>
              <a:t>감전</a:t>
            </a:r>
            <a:r>
              <a:rPr lang="en-US" altLang="ko-KR" dirty="0"/>
              <a:t>, </a:t>
            </a:r>
            <a:r>
              <a:rPr lang="ko-KR" altLang="en-US" dirty="0"/>
              <a:t>질식</a:t>
            </a:r>
            <a:r>
              <a:rPr lang="en-US" altLang="ko-KR" dirty="0"/>
              <a:t>, </a:t>
            </a:r>
            <a:r>
              <a:rPr lang="ko-KR" altLang="en-US" dirty="0"/>
              <a:t>중독</a:t>
            </a:r>
            <a:r>
              <a:rPr lang="en-US" altLang="ko-KR" dirty="0"/>
              <a:t>, </a:t>
            </a:r>
            <a:r>
              <a:rPr lang="ko-KR" altLang="en-US" dirty="0"/>
              <a:t>굉음</a:t>
            </a:r>
            <a:r>
              <a:rPr lang="en-US" altLang="ko-KR" dirty="0"/>
              <a:t>, </a:t>
            </a:r>
            <a:r>
              <a:rPr lang="ko-KR" altLang="en-US" dirty="0"/>
              <a:t>악취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상해</a:t>
            </a:r>
            <a:r>
              <a:rPr lang="en-US" altLang="ko-KR" dirty="0"/>
              <a:t>, </a:t>
            </a:r>
            <a:r>
              <a:rPr lang="ko-KR" altLang="en-US" dirty="0"/>
              <a:t>압력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직업 </a:t>
            </a:r>
            <a:r>
              <a:rPr lang="en-US" altLang="ko-KR" dirty="0"/>
              <a:t>: </a:t>
            </a:r>
            <a:r>
              <a:rPr lang="ko-KR" altLang="en-US" dirty="0"/>
              <a:t>의사</a:t>
            </a:r>
            <a:r>
              <a:rPr lang="en-US" altLang="ko-KR" dirty="0"/>
              <a:t>, </a:t>
            </a:r>
            <a:r>
              <a:rPr lang="ko-KR" altLang="en-US" dirty="0"/>
              <a:t>군인</a:t>
            </a:r>
            <a:r>
              <a:rPr lang="en-US" altLang="ko-KR" dirty="0"/>
              <a:t>, </a:t>
            </a:r>
            <a:r>
              <a:rPr lang="ko-KR" altLang="en-US" dirty="0"/>
              <a:t>차량 정비사</a:t>
            </a:r>
            <a:r>
              <a:rPr lang="en-US" altLang="ko-KR" dirty="0"/>
              <a:t>, </a:t>
            </a:r>
            <a:r>
              <a:rPr lang="ko-KR" altLang="en-US" dirty="0"/>
              <a:t>배관공</a:t>
            </a:r>
            <a:r>
              <a:rPr lang="en-US" altLang="ko-KR" dirty="0"/>
              <a:t>, </a:t>
            </a:r>
            <a:r>
              <a:rPr lang="ko-KR" altLang="en-US" dirty="0"/>
              <a:t>컴퓨터 </a:t>
            </a:r>
            <a:r>
              <a:rPr lang="ko-KR" altLang="en-US" dirty="0" err="1"/>
              <a:t>수리사</a:t>
            </a:r>
            <a:r>
              <a:rPr lang="en-US" altLang="ko-KR" dirty="0"/>
              <a:t>, </a:t>
            </a:r>
            <a:r>
              <a:rPr lang="ko-KR" altLang="en-US" dirty="0"/>
              <a:t>경호원</a:t>
            </a:r>
            <a:r>
              <a:rPr lang="en-US" altLang="ko-KR" dirty="0"/>
              <a:t>, </a:t>
            </a:r>
            <a:r>
              <a:rPr lang="ko-KR" altLang="en-US" dirty="0"/>
              <a:t>농부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어부</a:t>
            </a:r>
            <a:r>
              <a:rPr lang="en-US" altLang="ko-KR" dirty="0"/>
              <a:t>, </a:t>
            </a:r>
            <a:r>
              <a:rPr lang="ko-KR" altLang="en-US" dirty="0"/>
              <a:t>정치가</a:t>
            </a:r>
            <a:r>
              <a:rPr lang="en-US" altLang="ko-KR" dirty="0"/>
              <a:t>, </a:t>
            </a:r>
            <a:r>
              <a:rPr lang="ko-KR" altLang="en-US" dirty="0" err="1"/>
              <a:t>도축가</a:t>
            </a:r>
            <a:r>
              <a:rPr lang="en-US" altLang="ko-KR" dirty="0"/>
              <a:t>, </a:t>
            </a:r>
            <a:r>
              <a:rPr lang="ko-KR" altLang="en-US" dirty="0"/>
              <a:t>공예가</a:t>
            </a:r>
            <a:r>
              <a:rPr lang="en-US" altLang="ko-KR" dirty="0"/>
              <a:t>,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2336710" y="-508556"/>
            <a:ext cx="694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 태그들은 레벨이 존재하며</a:t>
            </a:r>
            <a:r>
              <a:rPr lang="en-US" altLang="ko-KR" dirty="0"/>
              <a:t>, </a:t>
            </a:r>
            <a:r>
              <a:rPr lang="ko-KR" altLang="en-US" dirty="0"/>
              <a:t>어려울 수록 레벨 수치가 높아진다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196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611560" y="620688"/>
            <a:ext cx="7920880" cy="4752528"/>
          </a:xfrm>
          <a:prstGeom prst="roundRect">
            <a:avLst>
              <a:gd name="adj" fmla="val 1312"/>
            </a:avLst>
          </a:prstGeom>
          <a:solidFill>
            <a:schemeClr val="tx1"/>
          </a:solidFill>
          <a:ln w="0" cap="rnd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3602" y="1479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1377" y="836712"/>
            <a:ext cx="742511" cy="24622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식사 분배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827584" y="836712"/>
            <a:ext cx="1872208" cy="432048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936772" y="4653136"/>
            <a:ext cx="1656184" cy="36808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조직원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21378" y="1811353"/>
            <a:ext cx="742511" cy="24622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오늘 할일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3707904" y="836712"/>
            <a:ext cx="4608512" cy="4320480"/>
          </a:xfrm>
          <a:prstGeom prst="roundRect">
            <a:avLst>
              <a:gd name="adj" fmla="val 7319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2821380" y="2060848"/>
            <a:ext cx="742510" cy="246221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관계도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334" y="1021377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홍길동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김길동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402" y="5405087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배낭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58" y="5405087"/>
            <a:ext cx="135165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배낭 물품 추가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제거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1810" y="5405087"/>
            <a:ext cx="3493264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무게 미 입력 시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100g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고정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음식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]</a:t>
            </a:r>
          </a:p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수량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유통기한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이름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무게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열량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 err="1">
                <a:solidFill>
                  <a:schemeClr val="bg1">
                    <a:lumMod val="65000"/>
                  </a:schemeClr>
                </a:solidFill>
              </a:rPr>
              <a:t>탄단지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용기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비닐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캔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종이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도구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]</a:t>
            </a:r>
          </a:p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수량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이름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무게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재질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용도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절단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접착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날붙이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천공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길잡이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58" y="5693119"/>
            <a:ext cx="1390124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배낭 필수 항목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3618" y="5693119"/>
            <a:ext cx="142859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없는 항목 하이라이트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58" y="5981151"/>
            <a:ext cx="281359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65000"/>
                  </a:schemeClr>
                </a:solidFill>
              </a:rPr>
              <a:t>그룹원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나이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성별에 따른 배낭 무게 역량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9402" y="6269183"/>
            <a:ext cx="4411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역할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458" y="6269183"/>
            <a:ext cx="105028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역할 추가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제거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458" y="6557215"/>
            <a:ext cx="35509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나이에 맞는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직업에 맞는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질병에 해당되지 않는 직업 추천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33578" y="6269183"/>
            <a:ext cx="104387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역할 기호 설정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6785" y="5405087"/>
            <a:ext cx="165301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유통기한 지난 식품 </a:t>
            </a:r>
            <a:r>
              <a:rPr lang="ko-KR" altLang="en-US" sz="1000" dirty="0" err="1">
                <a:solidFill>
                  <a:schemeClr val="bg1">
                    <a:lumMod val="65000"/>
                  </a:schemeClr>
                </a:solidFill>
              </a:rPr>
              <a:t>알람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921810" y="1021377"/>
            <a:ext cx="410657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</a:rPr>
              <a:t>김길동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60307" y="1257565"/>
            <a:ext cx="121904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기본정보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722511"/>
              </p:ext>
            </p:extLst>
          </p:nvPr>
        </p:nvGraphicFramePr>
        <p:xfrm>
          <a:off x="3756100" y="1524117"/>
          <a:ext cx="4458424" cy="155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4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생일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1993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05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21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남성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혈액형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B+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외과의사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질병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간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지식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응급치료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상급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] [</a:t>
                      </a:r>
                      <a:r>
                        <a:rPr lang="ko-KR" altLang="en-US" sz="1100" dirty="0" err="1">
                          <a:solidFill>
                            <a:schemeClr val="bg1"/>
                          </a:solidFill>
                        </a:rPr>
                        <a:t>약초학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-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중급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연락처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010-2222-2222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Email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adsdsd@naver.com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메모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7017214" y="1257565"/>
            <a:ext cx="121904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생존레벨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: 3212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60307" y="3161873"/>
            <a:ext cx="121904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조직 분담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21379" y="1124627"/>
            <a:ext cx="742511" cy="24622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조직 규칙</a:t>
            </a:r>
          </a:p>
        </p:txBody>
      </p:sp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570546"/>
              </p:ext>
            </p:extLst>
          </p:nvPr>
        </p:nvGraphicFramePr>
        <p:xfrm>
          <a:off x="3756100" y="3449810"/>
          <a:ext cx="4458424" cy="259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4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역할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의무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아이콘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주 무기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chemeClr val="bg1"/>
                          </a:solidFill>
                        </a:rPr>
                        <a:t>마체테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bg1"/>
                          </a:solidFill>
                        </a:rPr>
                        <a:t>검 아이콘</a:t>
                      </a:r>
                      <a:r>
                        <a:rPr lang="en-US" altLang="ko-KR" sz="11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3760307" y="3826321"/>
            <a:ext cx="54412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>
                    <a:lumMod val="65000"/>
                  </a:schemeClr>
                </a:solidFill>
              </a:rPr>
              <a:t>배낭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097625"/>
            <a:ext cx="810719" cy="82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221481"/>
            <a:ext cx="609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4098841" y="5021220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등산배낭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accent2"/>
                </a:solidFill>
              </a:rPr>
              <a:t>10.5kg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125564" y="5021220"/>
            <a:ext cx="7986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다리 가방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1.2kg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615329" y="4097625"/>
            <a:ext cx="263334" cy="2633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5676297" y="4097625"/>
            <a:ext cx="263334" cy="2633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덧셈 기호 87"/>
          <p:cNvSpPr/>
          <p:nvPr/>
        </p:nvSpPr>
        <p:spPr>
          <a:xfrm>
            <a:off x="5691746" y="4113074"/>
            <a:ext cx="232435" cy="232435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순서도: 가산 접합 27"/>
          <p:cNvSpPr/>
          <p:nvPr/>
        </p:nvSpPr>
        <p:spPr>
          <a:xfrm>
            <a:off x="4645118" y="4127414"/>
            <a:ext cx="203756" cy="203756"/>
          </a:xfrm>
          <a:prstGeom prst="flowChartSummingJunction">
            <a:avLst/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6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9B342DB-E868-48AF-B67B-BE61E0BE7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188640"/>
            <a:ext cx="9924958" cy="633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8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321BCAF-6A03-40E1-A962-0DBFEEEF9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260" y="-171400"/>
            <a:ext cx="9252520" cy="786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147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A27C489-9305-4EBE-8D8B-50D46DED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105"/>
            <a:ext cx="9144000" cy="447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10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무기질 종류 이미지 검색결과">
            <a:extLst>
              <a:ext uri="{FF2B5EF4-FFF2-40B4-BE49-F238E27FC236}">
                <a16:creationId xmlns:a16="http://schemas.microsoft.com/office/drawing/2014/main" id="{2D628F5F-8D9A-4DC8-96DD-7DA4A04B6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6011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39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무기질 종류 이미지 검색결과">
            <a:extLst>
              <a:ext uri="{FF2B5EF4-FFF2-40B4-BE49-F238E27FC236}">
                <a16:creationId xmlns:a16="http://schemas.microsoft.com/office/drawing/2014/main" id="{2D0C64B2-4314-4E7C-9EB2-F87DC14AB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6011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753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무기질 하루 권장량 이미지 검색결과">
            <a:extLst>
              <a:ext uri="{FF2B5EF4-FFF2-40B4-BE49-F238E27FC236}">
                <a16:creationId xmlns:a16="http://schemas.microsoft.com/office/drawing/2014/main" id="{6A924FE9-511E-4B4E-A3CA-C2F7F4989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333375"/>
            <a:ext cx="5476875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46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1DB890-B5D5-457F-A25C-3A249670EE8C}"/>
              </a:ext>
            </a:extLst>
          </p:cNvPr>
          <p:cNvSpPr/>
          <p:nvPr/>
        </p:nvSpPr>
        <p:spPr>
          <a:xfrm>
            <a:off x="2286000" y="2967335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2"/>
              </a:rPr>
              <a:t>Service</a:t>
            </a:r>
            <a:r>
              <a:rPr lang="ko-KR" altLang="en-US" dirty="0">
                <a:hlinkClick r:id="rId2"/>
              </a:rPr>
              <a:t>와 </a:t>
            </a:r>
            <a:r>
              <a:rPr lang="en-US" altLang="ko-KR" dirty="0" err="1">
                <a:hlinkClick r:id="rId2"/>
              </a:rPr>
              <a:t>BroadcastReceiver</a:t>
            </a:r>
            <a:r>
              <a:rPr lang="ko-KR" altLang="en-US" dirty="0">
                <a:hlinkClick r:id="rId2"/>
              </a:rPr>
              <a:t>를 이용하여 서비스</a:t>
            </a:r>
            <a:r>
              <a:rPr lang="en-US" altLang="ko-KR" dirty="0">
                <a:hlinkClick r:id="rId2"/>
              </a:rPr>
              <a:t>(</a:t>
            </a:r>
            <a:r>
              <a:rPr lang="ko-KR" altLang="en-US" dirty="0" err="1">
                <a:hlinkClick r:id="rId2"/>
              </a:rPr>
              <a:t>스레드같은것</a:t>
            </a:r>
            <a:r>
              <a:rPr lang="en-US" altLang="ko-KR" dirty="0">
                <a:hlinkClick r:id="rId2"/>
              </a:rPr>
              <a:t>)</a:t>
            </a:r>
            <a:r>
              <a:rPr lang="ko-KR" altLang="en-US" dirty="0">
                <a:hlinkClick r:id="rId2"/>
              </a:rPr>
              <a:t>와 실시간으로 소통 가능함</a:t>
            </a:r>
            <a:endParaRPr lang="en-US" altLang="ko-KR" dirty="0">
              <a:hlinkClick r:id="rId2"/>
            </a:endParaRPr>
          </a:p>
          <a:p>
            <a:endParaRPr lang="en-US" altLang="ko-KR" dirty="0">
              <a:hlinkClick r:id="rId2"/>
            </a:endParaRPr>
          </a:p>
          <a:p>
            <a:r>
              <a:rPr lang="en-US" altLang="ko-KR" dirty="0">
                <a:hlinkClick r:id="rId2"/>
              </a:rPr>
              <a:t>http://android-er.blogspot.com/2016/05/android-example-of-using-service-and.html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글로벌 </a:t>
            </a:r>
            <a:r>
              <a:rPr lang="en-US" altLang="ko-KR" dirty="0"/>
              <a:t>Context </a:t>
            </a:r>
            <a:r>
              <a:rPr lang="ko-KR" altLang="en-US" dirty="0"/>
              <a:t>만들기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https://www.dev2qa.com/android-get-application-context-from-anywhere-example/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1089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1524</Words>
  <Application>Microsoft Office PowerPoint</Application>
  <PresentationFormat>화면 슬라이드 쇼(4:3)</PresentationFormat>
  <Paragraphs>276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D-PCroom</dc:creator>
  <cp:lastModifiedBy>김태룡</cp:lastModifiedBy>
  <cp:revision>84</cp:revision>
  <dcterms:created xsi:type="dcterms:W3CDTF">2018-10-08T04:02:06Z</dcterms:created>
  <dcterms:modified xsi:type="dcterms:W3CDTF">2021-08-27T17:49:01Z</dcterms:modified>
</cp:coreProperties>
</file>